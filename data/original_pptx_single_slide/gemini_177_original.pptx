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2" r:id="rId1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2" Type="http://schemas.openxmlformats.org/officeDocument/2006/relationships/slide" Target="slides/slide1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31bfb8c82e_1_46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54.jpg"/></Relationships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20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Soap and Hygiene Evolution</a:t>
            </a:r>
            <a:endParaRPr/>
          </a:p>
        </p:txBody>
      </p:sp>
      <p:sp>
        <p:nvSpPr>
          <p:cNvPr id="1177" name="Google Shape;1177;p20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Civilizations: Basic soaps made from animal fats and ashes.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Middle Ages: Soapmaking guilds established, but soap remained a luxury item.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19th Century: Industrial Revolution led to mass soap production and improved hygiene.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Century: Soap became commonplace, leading to significant public health advancements.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Soap and hygiene are essential for preventing disease and maintaining health.</a:t>
            </a:r>
            <a:endParaRPr/>
          </a:p>
        </p:txBody>
      </p:sp>
      <p:pic>
        <p:nvPicPr>
          <p:cNvPr id="1178" name="Google Shape;1178;p20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