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0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6" name="Google Shape;426;p4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jpg"/></Relationships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9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Time Travel Theories ⏰⏳</a:t>
            </a:r>
            <a:endParaRPr/>
          </a:p>
        </p:txBody>
      </p:sp>
      <p:sp>
        <p:nvSpPr>
          <p:cNvPr id="429" name="Google Shape;429;p69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travel to the future is theoretically possible.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Wormholes and black holes could theoretically be used to travel to the past.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Time travel to the past leads to paradoxes like the Grandfather Paradox.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These paradoxes call into question the feasibility of time travel.</a:t>
            </a:r>
            <a:endParaRPr/>
          </a:p>
        </p:txBody>
      </p:sp>
      <p:pic>
        <p:nvPicPr>
          <p:cNvPr id="430" name="Google Shape;430;p6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6845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