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7" r:id="rId10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7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0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9" name="Google Shape;829;p10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4.jpg"/></Relationships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2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Fear</a:t>
            </a:r>
            <a:endParaRPr/>
          </a:p>
        </p:txBody>
      </p:sp>
      <p:sp>
        <p:nvSpPr>
          <p:cNvPr id="832" name="Google Shape;832;p126"/>
          <p:cNvSpPr txBox="1"/>
          <p:nvPr>
            <p:ph idx="1" type="body"/>
          </p:nvPr>
        </p:nvSpPr>
        <p:spPr>
          <a:xfrm>
            <a:off x="0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Fear is an evolutionary response to perceived danger.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Horror movies trigger this response in a controlled environment.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resulting adrenaline rush can be enjoyable for some.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sense of control over the experience also contributes to enjoyment.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enjoy confronting their fears in a safe way.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Others may experience catharsis or release of tension.</a:t>
            </a:r>
            <a:endParaRPr/>
          </a:p>
        </p:txBody>
      </p:sp>
      <p:pic>
        <p:nvPicPr>
          <p:cNvPr id="833" name="Google Shape;833;p1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