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31bfb8c82e_1_7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jpg"/></Relationships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Extreme Weather Events ⛈️🔥🌊</a:t>
            </a:r>
            <a:endParaRPr/>
          </a:p>
        </p:txBody>
      </p:sp>
      <p:sp>
        <p:nvSpPr>
          <p:cNvPr id="280" name="Google Shape;280;p5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Heat waves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Droughts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Floods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Wildfires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storms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Tornadoes and hurricanes</a:t>
            </a:r>
            <a:endParaRPr/>
          </a:p>
        </p:txBody>
      </p:sp>
      <p:pic>
        <p:nvPicPr>
          <p:cNvPr id="281" name="Google Shape;281;p5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