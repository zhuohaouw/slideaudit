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51" r:id="rId10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1" Type="http://schemas.openxmlformats.org/officeDocument/2006/relationships/slide" Target="slides/slide9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31bfb8c82e_1_253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83.jpg"/></Relationships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20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Science of Thrill 🎢</a:t>
            </a:r>
            <a:endParaRPr/>
          </a:p>
        </p:txBody>
      </p:sp>
      <p:sp>
        <p:nvSpPr>
          <p:cNvPr id="694" name="Google Shape;694;p120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75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Roller coasters manipulate physics to create thrills.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Physics concepts at play: gravity, potential energy, kinetic energy, and momentum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G-forces and rapid changes in speed are what make the rides feel so thrilling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Creates a sense of weightlessness and excitement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Roller coaster designs carefully balance these forces for safety and enjoyment.</a:t>
            </a:r>
            <a:endParaRPr/>
          </a:p>
        </p:txBody>
      </p:sp>
      <p:pic>
        <p:nvPicPr>
          <p:cNvPr id="695" name="Google Shape;695;p120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