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7" r:id="rId1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7" Type="http://schemas.openxmlformats.org/officeDocument/2006/relationships/slide" Target="slides/slide1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3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6" name="Google Shape;1036;p1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133.jpg"/></Relationships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56"/>
          <p:cNvSpPr txBox="1"/>
          <p:nvPr>
            <p:ph type="title"/>
          </p:nvPr>
        </p:nvSpPr>
        <p:spPr>
          <a:xfrm>
            <a:off x="3876308" y="379934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Money 💰</a:t>
            </a:r>
            <a:endParaRPr/>
          </a:p>
        </p:txBody>
      </p:sp>
      <p:sp>
        <p:nvSpPr>
          <p:cNvPr id="1039" name="Google Shape;1039;p156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Barter: Direct exchange of goods and services.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Commodity Money: Objects with intrinsic value (e.g., gold, shells).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Fiat Money: Government-issued currency, no intrinsic value.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Digital Currency: Electronic money, includes cryptocurrencies.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Central Bank Digital Currencies (CBDCs): Digital currency issued by central banks.</a:t>
            </a:r>
            <a:endParaRPr/>
          </a:p>
        </p:txBody>
      </p:sp>
      <p:pic>
        <p:nvPicPr>
          <p:cNvPr id="1040" name="Google Shape;1040;p1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