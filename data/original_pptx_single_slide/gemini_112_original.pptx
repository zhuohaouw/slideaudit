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1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67" r:id="rId1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17" Type="http://schemas.openxmlformats.org/officeDocument/2006/relationships/slide" Target="slides/slide1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g331bfb8c82e_1_295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07.jpg"/></Relationships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36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Martial Arts: Origins and Evolution</a:t>
            </a:r>
            <a:endParaRPr/>
          </a:p>
        </p:txBody>
      </p:sp>
      <p:sp>
        <p:nvSpPr>
          <p:cNvPr id="788" name="Google Shape;788;p136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Developed over centuries for self-defense, military training, and spiritual development.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origins in various cultures worldwide: China, India, Greece, Egypt.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Influenced by warfare, philosophy, and religion.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Evolved into diverse styles with unique techniques, philosophies, and focuses.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martial arts practiced for self-defense, fitness, and competition.</a:t>
            </a:r>
            <a:endParaRPr/>
          </a:p>
        </p:txBody>
      </p:sp>
      <p:pic>
        <p:nvPicPr>
          <p:cNvPr id="789" name="Google Shape;789;p136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