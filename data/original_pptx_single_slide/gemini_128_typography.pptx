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3" r:id="rId1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3" Type="http://schemas.openxmlformats.org/officeDocument/2006/relationships/slide" Target="slides/slide1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12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8" name="Google Shape;1008;p12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138.jpg"/></Relationships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152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>
                <a:solidFill>
                  <a:srgbClr val="9BBC82"/>
                </a:solidFill>
                <a:latin typeface="Arial"/>
                <a:ea typeface="Arial"/>
                <a:cs typeface="Arial"/>
                <a:sym typeface="Arial"/>
              </a:rPr>
              <a:t>Artificial Intelligence Ethics 🤖</a:t>
            </a:r>
            <a:endParaRPr/>
          </a:p>
        </p:txBody>
      </p:sp>
      <p:sp>
        <p:nvSpPr>
          <p:cNvPr id="1011" name="Google Shape;1011;p152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Bias and Discrimination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Job Displacement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Privacy and Security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Autonomous Weapons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Responsibility and Accountability</a:t>
            </a:r>
            <a:endParaRPr/>
          </a:p>
        </p:txBody>
      </p:sp>
      <p:pic>
        <p:nvPicPr>
          <p:cNvPr id="1012" name="Google Shape;1012;p15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