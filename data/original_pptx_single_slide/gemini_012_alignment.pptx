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Climate Change Effects: A Global Concern</a:t>
            </a:r>
            <a:endParaRPr/>
          </a:p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Rising temperatures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Extreme weather events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Sea level rise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Changes in ecosystems and biodiversity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Ocean acidification</a:t>
            </a:r>
            <a:endParaRPr/>
          </a:p>
        </p:txBody>
      </p:sp>
      <p:pic>
        <p:nvPicPr>
          <p:cNvPr id="198" name="Google Shape;198;p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23" y="1554473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