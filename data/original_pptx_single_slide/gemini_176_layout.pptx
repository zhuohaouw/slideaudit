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1" r:id="rId18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1" Type="http://schemas.openxmlformats.org/officeDocument/2006/relationships/slide" Target="slides/slide17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17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4" name="Google Shape;1344;p17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157.jpg"/></Relationships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200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Lucky &amp; Unlucky Numbers</a:t>
            </a:r>
            <a:endParaRPr/>
          </a:p>
        </p:txBody>
      </p:sp>
      <p:sp>
        <p:nvSpPr>
          <p:cNvPr id="1347" name="Google Shape;1347;p200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0000" lnSpcReduction="10000"/>
          </a:bodyPr>
          <a:lstStyle/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Different cultures assign varying luckiness or unluckiness to specific numbers.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Number 4 is unlucky in Chinese culture due to its similar sound to the word for "death".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Number 7 is considered lucky in many Western cultures, potentially due to its frequent occurrence in religion and mythology.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Number 8 is lucky in Chinese culture because it sounds similar to the word for "wealth" or "prosperity".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Number 13 is considered unlucky in many Western cultures, potentially due to its association with the Last Supper.</a:t>
            </a:r>
            <a:endParaRPr/>
          </a:p>
        </p:txBody>
      </p:sp>
      <p:pic>
        <p:nvPicPr>
          <p:cNvPr id="1348" name="Google Shape;1348;p20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