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2" r:id="rId8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2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31bfb8c82e_1_20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3.jpg"/></Relationships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1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Pirates: Myths vs. Reality</a:t>
            </a:r>
            <a:endParaRPr/>
          </a:p>
        </p:txBody>
      </p:sp>
      <p:sp>
        <p:nvSpPr>
          <p:cNvPr id="581" name="Google Shape;581;p101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Piracy thrived during the 17th and 18th centuries.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Golden Age pirates operated in the Caribbean and Atlantic.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Piracy's history is shrouded in myth and romanticization.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Reality: Pirate life was brutal, short, and filled with disease.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Buried treasure and walking the plank are largely myths.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Pirates did have democratic systems and codes of conduct.</a:t>
            </a:r>
            <a:endParaRPr/>
          </a:p>
        </p:txBody>
      </p:sp>
      <p:pic>
        <p:nvPicPr>
          <p:cNvPr id="582" name="Google Shape;582;p101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