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8" r:id="rId1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8" Type="http://schemas.openxmlformats.org/officeDocument/2006/relationships/slide" Target="slides/slide1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1" name="Google Shape;1461;p1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77.jpg"/></Relationships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1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Architectural Wonders of the World</a:t>
            </a:r>
            <a:endParaRPr/>
          </a:p>
        </p:txBody>
      </p:sp>
      <p:sp>
        <p:nvSpPr>
          <p:cNvPr id="1464" name="Google Shape;1464;p21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Crooked House, Poland: Inspired by fairy tale illustrations, known for its distorted appearance.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Lotus Temple, India: Flower-shaped Bahá'í House of Worship, known for its unique design and symbolism.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Piano House, China: Shaped like a grand piano and violin, houses a music exhibition hall and practice rooms.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Dancing House, Czech Republic: Deconstructivist design resembling two dancing figures.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Habitat 67, Canada: Residential complex with prefabricated concrete units, experimental and influential design.</a:t>
            </a:r>
            <a:endParaRPr/>
          </a:p>
        </p:txBody>
      </p:sp>
      <p:pic>
        <p:nvPicPr>
          <p:cNvPr id="1465" name="Google Shape;1465;p2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