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9" r:id="rId1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9" Type="http://schemas.openxmlformats.org/officeDocument/2006/relationships/slide" Target="slides/slide1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31bfb8c82e_1_34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44.jpg"/></Relationships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58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Wonders of the World 🌎</a:t>
            </a:r>
            <a:endParaRPr/>
          </a:p>
        </p:txBody>
      </p:sp>
      <p:sp>
        <p:nvSpPr>
          <p:cNvPr id="919" name="Google Shape;919;p158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Blue Hole, Belize: Giant marine sinkhole formed during ice ages.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Eye of the Sahara, Mauritania: Eroded dome-shaped structure with concentric rings.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Giant's Causeway, Northern Ireland: 40,000 interlocking basalt columns from volcanic activity.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Pamukkale, Turkey: Terraces of carbonate minerals from hot springs.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Chocolate Hills, Philippines: 1,268 cone-shaped hills formed by limestone erosion.</a:t>
            </a:r>
            <a:endParaRPr/>
          </a:p>
        </p:txBody>
      </p:sp>
      <p:pic>
        <p:nvPicPr>
          <p:cNvPr id="920" name="Google Shape;920;p15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