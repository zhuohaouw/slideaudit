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jpg"/></Relationships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8"/>
          <p:cNvSpPr txBox="1"/>
          <p:nvPr>
            <p:ph type="title"/>
          </p:nvPr>
        </p:nvSpPr>
        <p:spPr>
          <a:xfrm>
            <a:off x="4962553" y="749531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Unusual Jobs That Actually Exist</a:t>
            </a:r>
            <a:endParaRPr/>
          </a:p>
        </p:txBody>
      </p:sp>
      <p:sp>
        <p:nvSpPr>
          <p:cNvPr id="422" name="Google Shape;422;p6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 Food Taster 🐶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Golf Ball Diver 🏌️‍♀️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Professional Snuggler 🫂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Fortune Cookie Writer 🥠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Odor Judge (Deodorant Tester) 👃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 Pusher 🚃</a:t>
            </a:r>
            <a:endParaRPr/>
          </a:p>
        </p:txBody>
      </p:sp>
      <p:pic>
        <p:nvPicPr>
          <p:cNvPr id="423" name="Google Shape;423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