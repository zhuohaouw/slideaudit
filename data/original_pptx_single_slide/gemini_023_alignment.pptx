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8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>
            <p:ph type="title"/>
          </p:nvPr>
        </p:nvSpPr>
        <p:spPr>
          <a:xfrm>
            <a:off x="5362496" y="640052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Mind-Controlled Prosthetics</a:t>
            </a:r>
            <a:endParaRPr/>
          </a:p>
        </p:txBody>
      </p:sp>
      <p:sp>
        <p:nvSpPr>
          <p:cNvPr id="273" name="Google Shape;273;p47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Brain-computer interfaces (BCIs) enable direct communication between the brain and external devices.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BCIs translate neural activity into commands for prosthetic limbs.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intuitive and natural control of artificial limbs.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Mind-controlled prosthetics can restore lost motor function and improve quality of life.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Advancements in BCIs are rapidly expanding the possibilities for prosthetics and human-machine interaction.</a:t>
            </a:r>
            <a:endParaRPr/>
          </a:p>
        </p:txBody>
      </p:sp>
      <p:pic>
        <p:nvPicPr>
          <p:cNvPr id="274" name="Google Shape;274;p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