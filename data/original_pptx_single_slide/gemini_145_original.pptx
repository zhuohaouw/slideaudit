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4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45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1" r:id="rId4"/>
  </p:sldMasterIdLst>
  <p:notesMasterIdLst>
    <p:notesMasterId r:id="rId5"/>
  </p:notesMasterIdLst>
  <p:sldIdLst>
    <p:sldId id="400" r:id="rId150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150" Type="http://schemas.openxmlformats.org/officeDocument/2006/relationships/slide" Target="slides/slide14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9" name="Shape 9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0" name="Google Shape;980;g331bfb8c82e_1_3775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LB_1_1_0_A">
  <p:cSld name="TITLE_AND_BODY_1_1_1_1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301749" y="310900"/>
            <a:ext cx="2757000" cy="3173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3460800" y="310900"/>
            <a:ext cx="5344800" cy="452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G">
  <p:cSld name="TITLE_AND_BODY_2_1_1_1_1_1_1_1_1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4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ect">
            <a:avLst/>
          </a:prstGeom>
          <a:noFill/>
          <a:ln>
            <a:noFill/>
          </a:ln>
        </p:spPr>
      </p:sp>
      <p:sp>
        <p:nvSpPr>
          <p:cNvPr id="55" name="Google Shape;55;p14"/>
          <p:cNvSpPr txBox="1"/>
          <p:nvPr>
            <p:ph type="title"/>
          </p:nvPr>
        </p:nvSpPr>
        <p:spPr>
          <a:xfrm>
            <a:off x="228600" y="228600"/>
            <a:ext cx="3557100" cy="84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6" name="Google Shape;56;p14"/>
          <p:cNvSpPr txBox="1"/>
          <p:nvPr>
            <p:ph idx="1" type="body"/>
          </p:nvPr>
        </p:nvSpPr>
        <p:spPr>
          <a:xfrm>
            <a:off x="228600" y="1600200"/>
            <a:ext cx="3557100" cy="3319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C">
  <p:cSld name="TITLE_AND_BODY_2_1_1_1_1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5"/>
          <p:cNvSpPr/>
          <p:nvPr>
            <p:ph idx="2" type="pic"/>
          </p:nvPr>
        </p:nvSpPr>
        <p:spPr>
          <a:xfrm>
            <a:off x="228600" y="228600"/>
            <a:ext cx="4690800" cy="4690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59" name="Google Shape;59;p15"/>
          <p:cNvSpPr txBox="1"/>
          <p:nvPr>
            <p:ph type="title"/>
          </p:nvPr>
        </p:nvSpPr>
        <p:spPr>
          <a:xfrm>
            <a:off x="5362500" y="640075"/>
            <a:ext cx="3467100" cy="79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0" name="Google Shape;60;p15"/>
          <p:cNvSpPr txBox="1"/>
          <p:nvPr>
            <p:ph idx="1" type="body"/>
          </p:nvPr>
        </p:nvSpPr>
        <p:spPr>
          <a:xfrm>
            <a:off x="5279300" y="1901949"/>
            <a:ext cx="3550200" cy="269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H">
  <p:cSld name="TITLE_AND_BODY_2_1_1_1_1_1_1_1_1_1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6"/>
          <p:cNvSpPr/>
          <p:nvPr>
            <p:ph idx="2" type="pic"/>
          </p:nvPr>
        </p:nvSpPr>
        <p:spPr>
          <a:xfrm>
            <a:off x="548640" y="1554480"/>
            <a:ext cx="2807100" cy="2807100"/>
          </a:xfrm>
          <a:prstGeom prst="roundRect">
            <a:avLst>
              <a:gd fmla="val 8343" name="adj"/>
            </a:avLst>
          </a:prstGeom>
          <a:noFill/>
          <a:ln>
            <a:noFill/>
          </a:ln>
        </p:spPr>
      </p:sp>
      <p:sp>
        <p:nvSpPr>
          <p:cNvPr id="63" name="Google Shape;63;p16"/>
          <p:cNvSpPr txBox="1"/>
          <p:nvPr>
            <p:ph type="title"/>
          </p:nvPr>
        </p:nvSpPr>
        <p:spPr>
          <a:xfrm>
            <a:off x="548675" y="603500"/>
            <a:ext cx="7923900" cy="667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4" name="Google Shape;64;p16"/>
          <p:cNvSpPr txBox="1"/>
          <p:nvPr>
            <p:ph idx="1" type="body"/>
          </p:nvPr>
        </p:nvSpPr>
        <p:spPr>
          <a:xfrm>
            <a:off x="3895344" y="1408176"/>
            <a:ext cx="4782300" cy="3090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65" name="Google Shape;65;p16"/>
          <p:cNvCxnSpPr/>
          <p:nvPr/>
        </p:nvCxnSpPr>
        <p:spPr>
          <a:xfrm>
            <a:off x="544200" y="451125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D">
  <p:cSld name="TITLE_AND_BODY_2_1_1_1_1_1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7"/>
          <p:cNvSpPr txBox="1"/>
          <p:nvPr>
            <p:ph type="title"/>
          </p:nvPr>
        </p:nvSpPr>
        <p:spPr>
          <a:xfrm>
            <a:off x="228600" y="804675"/>
            <a:ext cx="3730200" cy="79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8" name="Google Shape;68;p17"/>
          <p:cNvSpPr txBox="1"/>
          <p:nvPr>
            <p:ph idx="1" type="body"/>
          </p:nvPr>
        </p:nvSpPr>
        <p:spPr>
          <a:xfrm>
            <a:off x="228600" y="1901954"/>
            <a:ext cx="3730200" cy="2697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9" name="Google Shape;69;p17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F">
  <p:cSld name="TITLE_AND_BODY_2_1_1_1_1_1_1_1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8"/>
          <p:cNvSpPr/>
          <p:nvPr/>
        </p:nvSpPr>
        <p:spPr>
          <a:xfrm>
            <a:off x="228600" y="228600"/>
            <a:ext cx="8686800" cy="4686300"/>
          </a:xfrm>
          <a:prstGeom prst="roundRect">
            <a:avLst>
              <a:gd fmla="val 6123" name="adj"/>
            </a:avLst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18"/>
          <p:cNvSpPr/>
          <p:nvPr>
            <p:ph idx="2" type="pic"/>
          </p:nvPr>
        </p:nvSpPr>
        <p:spPr>
          <a:xfrm>
            <a:off x="4626864" y="585216"/>
            <a:ext cx="3968400" cy="3968400"/>
          </a:xfrm>
          <a:prstGeom prst="rect">
            <a:avLst/>
          </a:prstGeom>
          <a:noFill/>
          <a:ln>
            <a:noFill/>
          </a:ln>
        </p:spPr>
      </p:sp>
      <p:sp>
        <p:nvSpPr>
          <p:cNvPr id="73" name="Google Shape;73;p18"/>
          <p:cNvSpPr txBox="1"/>
          <p:nvPr>
            <p:ph type="title"/>
          </p:nvPr>
        </p:nvSpPr>
        <p:spPr>
          <a:xfrm>
            <a:off x="557784" y="585216"/>
            <a:ext cx="3712500" cy="93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4" name="Google Shape;74;p18"/>
          <p:cNvSpPr txBox="1"/>
          <p:nvPr>
            <p:ph idx="1" type="body"/>
          </p:nvPr>
        </p:nvSpPr>
        <p:spPr>
          <a:xfrm>
            <a:off x="508525" y="1883625"/>
            <a:ext cx="3761700" cy="267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51">
          <p15:clr>
            <a:srgbClr val="E46962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A">
  <p:cSld name="TITLE_AND_BODY_2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9"/>
          <p:cNvSpPr/>
          <p:nvPr>
            <p:ph idx="2" type="pic"/>
          </p:nvPr>
        </p:nvSpPr>
        <p:spPr>
          <a:xfrm>
            <a:off x="3996000" y="0"/>
            <a:ext cx="5148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77" name="Google Shape;77;p19"/>
          <p:cNvSpPr txBox="1"/>
          <p:nvPr>
            <p:ph type="title"/>
          </p:nvPr>
        </p:nvSpPr>
        <p:spPr>
          <a:xfrm>
            <a:off x="384048" y="329184"/>
            <a:ext cx="3154800" cy="868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8" name="Google Shape;78;p19"/>
          <p:cNvSpPr txBox="1"/>
          <p:nvPr>
            <p:ph idx="1" type="body"/>
          </p:nvPr>
        </p:nvSpPr>
        <p:spPr>
          <a:xfrm>
            <a:off x="329184" y="1545336"/>
            <a:ext cx="3218700" cy="3099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B">
  <p:cSld name="TITLE_AND_BODY_2_1_1_1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20"/>
          <p:cNvSpPr/>
          <p:nvPr>
            <p:ph idx="2" type="pic"/>
          </p:nvPr>
        </p:nvSpPr>
        <p:spPr>
          <a:xfrm>
            <a:off x="4517136" y="475488"/>
            <a:ext cx="4188000" cy="4188000"/>
          </a:xfrm>
          <a:prstGeom prst="roundRect">
            <a:avLst>
              <a:gd fmla="val 8475" name="adj"/>
            </a:avLst>
          </a:prstGeom>
          <a:noFill/>
          <a:ln>
            <a:noFill/>
          </a:ln>
        </p:spPr>
      </p:sp>
      <p:sp>
        <p:nvSpPr>
          <p:cNvPr id="81" name="Google Shape;81;p20"/>
          <p:cNvSpPr txBox="1"/>
          <p:nvPr>
            <p:ph type="title"/>
          </p:nvPr>
        </p:nvSpPr>
        <p:spPr>
          <a:xfrm>
            <a:off x="548650" y="576075"/>
            <a:ext cx="3556800" cy="86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2" name="Google Shape;82;p20"/>
          <p:cNvSpPr txBox="1"/>
          <p:nvPr>
            <p:ph idx="1" type="body"/>
          </p:nvPr>
        </p:nvSpPr>
        <p:spPr>
          <a:xfrm>
            <a:off x="438912" y="1655064"/>
            <a:ext cx="3666600" cy="2871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83" name="Google Shape;83;p20"/>
          <p:cNvCxnSpPr/>
          <p:nvPr/>
        </p:nvCxnSpPr>
        <p:spPr>
          <a:xfrm>
            <a:off x="530352" y="4023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4" name="Google Shape;84;p20"/>
          <p:cNvCxnSpPr/>
          <p:nvPr/>
        </p:nvCxnSpPr>
        <p:spPr>
          <a:xfrm>
            <a:off x="530352" y="47457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E">
  <p:cSld name="TITLE_AND_BODY_2_1_1_1_1_1_1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1"/>
          <p:cNvSpPr/>
          <p:nvPr>
            <p:ph idx="2" type="pic"/>
          </p:nvPr>
        </p:nvSpPr>
        <p:spPr>
          <a:xfrm>
            <a:off x="466195" y="587552"/>
            <a:ext cx="3968400" cy="3968400"/>
          </a:xfrm>
          <a:prstGeom prst="roundRect">
            <a:avLst>
              <a:gd fmla="val 9998" name="adj"/>
            </a:avLst>
          </a:prstGeom>
          <a:noFill/>
          <a:ln>
            <a:noFill/>
          </a:ln>
        </p:spPr>
      </p:sp>
      <p:sp>
        <p:nvSpPr>
          <p:cNvPr id="87" name="Google Shape;87;p21"/>
          <p:cNvSpPr txBox="1"/>
          <p:nvPr>
            <p:ph type="title"/>
          </p:nvPr>
        </p:nvSpPr>
        <p:spPr>
          <a:xfrm>
            <a:off x="4896292" y="280875"/>
            <a:ext cx="3925200" cy="10923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8" name="Google Shape;88;p21"/>
          <p:cNvSpPr txBox="1"/>
          <p:nvPr>
            <p:ph idx="1" type="body"/>
          </p:nvPr>
        </p:nvSpPr>
        <p:spPr>
          <a:xfrm>
            <a:off x="4773075" y="1820475"/>
            <a:ext cx="4079700" cy="2788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89" name="Google Shape;89;p21"/>
          <p:cNvCxnSpPr/>
          <p:nvPr/>
        </p:nvCxnSpPr>
        <p:spPr>
          <a:xfrm>
            <a:off x="4894857" y="1615440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083">
          <p15:clr>
            <a:srgbClr val="E46962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A">
  <p:cSld name="CUSTOM_1_1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2"/>
          <p:cNvSpPr/>
          <p:nvPr>
            <p:ph idx="2" type="pic"/>
          </p:nvPr>
        </p:nvSpPr>
        <p:spPr>
          <a:xfrm>
            <a:off x="2990088" y="1436336"/>
            <a:ext cx="3173100" cy="31731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92" name="Google Shape;92;p22"/>
          <p:cNvSpPr txBox="1"/>
          <p:nvPr>
            <p:ph type="title"/>
          </p:nvPr>
        </p:nvSpPr>
        <p:spPr>
          <a:xfrm>
            <a:off x="228600" y="228600"/>
            <a:ext cx="8686800" cy="850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3" name="Google Shape;93;p22"/>
          <p:cNvSpPr txBox="1"/>
          <p:nvPr/>
        </p:nvSpPr>
        <p:spPr>
          <a:xfrm>
            <a:off x="210312" y="117116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01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94" name="Google Shape;94;p22"/>
          <p:cNvSpPr txBox="1"/>
          <p:nvPr/>
        </p:nvSpPr>
        <p:spPr>
          <a:xfrm>
            <a:off x="210312" y="327428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02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95" name="Google Shape;95;p22"/>
          <p:cNvSpPr txBox="1"/>
          <p:nvPr/>
        </p:nvSpPr>
        <p:spPr>
          <a:xfrm>
            <a:off x="6336792" y="1170432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03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96" name="Google Shape;96;p22"/>
          <p:cNvSpPr txBox="1"/>
          <p:nvPr>
            <p:ph idx="1" type="body"/>
          </p:nvPr>
        </p:nvSpPr>
        <p:spPr>
          <a:xfrm>
            <a:off x="1042416" y="1244312"/>
            <a:ext cx="16641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97" name="Google Shape;97;p22"/>
          <p:cNvSpPr txBox="1"/>
          <p:nvPr>
            <p:ph idx="3" type="body"/>
          </p:nvPr>
        </p:nvSpPr>
        <p:spPr>
          <a:xfrm>
            <a:off x="7178040" y="1243584"/>
            <a:ext cx="16641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98" name="Google Shape;98;p22"/>
          <p:cNvSpPr txBox="1"/>
          <p:nvPr>
            <p:ph idx="4" type="body"/>
          </p:nvPr>
        </p:nvSpPr>
        <p:spPr>
          <a:xfrm>
            <a:off x="7178040" y="3346704"/>
            <a:ext cx="16641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99" name="Google Shape;99;p22"/>
          <p:cNvCxnSpPr/>
          <p:nvPr/>
        </p:nvCxnSpPr>
        <p:spPr>
          <a:xfrm>
            <a:off x="545049" y="137227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0" name="Google Shape;100;p22"/>
          <p:cNvCxnSpPr/>
          <p:nvPr/>
        </p:nvCxnSpPr>
        <p:spPr>
          <a:xfrm>
            <a:off x="545049" y="3474695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1" name="Google Shape;101;p22"/>
          <p:cNvCxnSpPr/>
          <p:nvPr/>
        </p:nvCxnSpPr>
        <p:spPr>
          <a:xfrm>
            <a:off x="6677174" y="137160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2" name="Google Shape;102;p22"/>
          <p:cNvCxnSpPr/>
          <p:nvPr/>
        </p:nvCxnSpPr>
        <p:spPr>
          <a:xfrm>
            <a:off x="6677174" y="347472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3" name="Google Shape;103;p22"/>
          <p:cNvSpPr txBox="1"/>
          <p:nvPr/>
        </p:nvSpPr>
        <p:spPr>
          <a:xfrm>
            <a:off x="6336796" y="327355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04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04" name="Google Shape;104;p22"/>
          <p:cNvSpPr txBox="1"/>
          <p:nvPr>
            <p:ph idx="5" type="body"/>
          </p:nvPr>
        </p:nvSpPr>
        <p:spPr>
          <a:xfrm>
            <a:off x="1042416" y="3347432"/>
            <a:ext cx="16641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904">
          <p15:clr>
            <a:srgbClr val="E46962"/>
          </p15:clr>
        </p15:guide>
        <p15:guide id="2" pos="4718">
          <p15:clr>
            <a:srgbClr val="E46962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B">
  <p:cSld name="CUSTOM_1_1_1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3"/>
          <p:cNvSpPr/>
          <p:nvPr>
            <p:ph idx="2" type="pic"/>
          </p:nvPr>
        </p:nvSpPr>
        <p:spPr>
          <a:xfrm>
            <a:off x="228600" y="2587752"/>
            <a:ext cx="2222100" cy="2222100"/>
          </a:xfrm>
          <a:prstGeom prst="teardrop">
            <a:avLst>
              <a:gd fmla="val 100000" name="adj"/>
            </a:avLst>
          </a:prstGeom>
          <a:noFill/>
          <a:ln>
            <a:noFill/>
          </a:ln>
        </p:spPr>
      </p:sp>
      <p:sp>
        <p:nvSpPr>
          <p:cNvPr id="107" name="Google Shape;107;p23"/>
          <p:cNvSpPr txBox="1"/>
          <p:nvPr>
            <p:ph type="title"/>
          </p:nvPr>
        </p:nvSpPr>
        <p:spPr>
          <a:xfrm>
            <a:off x="301752" y="310896"/>
            <a:ext cx="2788800" cy="1965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08" name="Google Shape;108;p23"/>
          <p:cNvSpPr txBox="1"/>
          <p:nvPr/>
        </p:nvSpPr>
        <p:spPr>
          <a:xfrm>
            <a:off x="3209544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01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09" name="Google Shape;109;p23"/>
          <p:cNvSpPr txBox="1"/>
          <p:nvPr/>
        </p:nvSpPr>
        <p:spPr>
          <a:xfrm>
            <a:off x="3209544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02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10" name="Google Shape;110;p23"/>
          <p:cNvSpPr txBox="1"/>
          <p:nvPr/>
        </p:nvSpPr>
        <p:spPr>
          <a:xfrm>
            <a:off x="6117336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03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11" name="Google Shape;111;p23"/>
          <p:cNvSpPr txBox="1"/>
          <p:nvPr>
            <p:ph idx="1" type="body"/>
          </p:nvPr>
        </p:nvSpPr>
        <p:spPr>
          <a:xfrm>
            <a:off x="3739896" y="374900"/>
            <a:ext cx="21672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2" name="Google Shape;112;p23"/>
          <p:cNvSpPr txBox="1"/>
          <p:nvPr>
            <p:ph idx="3" type="body"/>
          </p:nvPr>
        </p:nvSpPr>
        <p:spPr>
          <a:xfrm>
            <a:off x="6665976" y="374904"/>
            <a:ext cx="21672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3" name="Google Shape;113;p23"/>
          <p:cNvSpPr txBox="1"/>
          <p:nvPr>
            <p:ph idx="4" type="body"/>
          </p:nvPr>
        </p:nvSpPr>
        <p:spPr>
          <a:xfrm>
            <a:off x="6665976" y="2093976"/>
            <a:ext cx="21672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4" name="Google Shape;114;p23"/>
          <p:cNvSpPr txBox="1"/>
          <p:nvPr/>
        </p:nvSpPr>
        <p:spPr>
          <a:xfrm>
            <a:off x="6117336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04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15" name="Google Shape;115;p23"/>
          <p:cNvSpPr txBox="1"/>
          <p:nvPr>
            <p:ph idx="5" type="body"/>
          </p:nvPr>
        </p:nvSpPr>
        <p:spPr>
          <a:xfrm>
            <a:off x="3739896" y="2093976"/>
            <a:ext cx="21672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0_B">
  <p:cSld name="TITLE_AND_BODY_1_1"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4"/>
          <p:cNvSpPr txBox="1"/>
          <p:nvPr>
            <p:ph idx="1" type="body"/>
          </p:nvPr>
        </p:nvSpPr>
        <p:spPr>
          <a:xfrm>
            <a:off x="384048" y="1948992"/>
            <a:ext cx="5266800" cy="289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8" name="Google Shape;118;p24"/>
          <p:cNvSpPr txBox="1"/>
          <p:nvPr>
            <p:ph type="title"/>
          </p:nvPr>
        </p:nvSpPr>
        <p:spPr>
          <a:xfrm>
            <a:off x="384048" y="384048"/>
            <a:ext cx="5266800" cy="8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45.xml"/></Relationships>
</file>

<file path=ppt/slides/slide1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1" name="Shape 9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2" name="Google Shape;982;p169"/>
          <p:cNvSpPr txBox="1"/>
          <p:nvPr>
            <p:ph type="title"/>
          </p:nvPr>
        </p:nvSpPr>
        <p:spPr>
          <a:xfrm>
            <a:off x="301749" y="310900"/>
            <a:ext cx="2757000" cy="3173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/>
              <a:t>Ancient Timekeeping</a:t>
            </a:r>
            <a:endParaRPr/>
          </a:p>
        </p:txBody>
      </p:sp>
      <p:sp>
        <p:nvSpPr>
          <p:cNvPr id="983" name="Google Shape;983;p169"/>
          <p:cNvSpPr txBox="1"/>
          <p:nvPr>
            <p:ph idx="1" type="body"/>
          </p:nvPr>
        </p:nvSpPr>
        <p:spPr>
          <a:xfrm>
            <a:off x="3460800" y="310900"/>
            <a:ext cx="5344800" cy="452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Sundials: Tracked the sun's position to tell the time of day.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Water Clocks: Measured time by the flow of water from one container to another.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Sand Timers: Measured a specific duration of time with sand falling through a narrow opening.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Astronomical Observations: Tracked celestial bodies to predict seasons and events.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Candles &amp; Incense: Marked time with consistent burn rates.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Obelisks: Shadows cast helped measure time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Water clocks were used in Egypt as far back as 1500 BC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