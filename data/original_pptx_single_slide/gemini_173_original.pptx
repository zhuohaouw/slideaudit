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8" r:id="rId17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8" Type="http://schemas.openxmlformats.org/officeDocument/2006/relationships/slide" Target="slides/slide17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31bfb8c82e_1_452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156.jpg"/></Relationships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19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Famous Flops 💥</a:t>
            </a:r>
            <a:endParaRPr/>
          </a:p>
        </p:txBody>
      </p:sp>
      <p:sp>
        <p:nvSpPr>
          <p:cNvPr id="1154" name="Google Shape;1154;p19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Google Glass - Privacy concerns and high price tag.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New Coke - Customer backlash and brand loyalty to original formula.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Segway - High cost, limited practicality, and safety concerns.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DeLorean DMC-12 - Production delays, high price, and poor performance.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Betamax - Inferior marketing strategy compared to VHS.</a:t>
            </a:r>
            <a:endParaRPr/>
          </a:p>
        </p:txBody>
      </p:sp>
      <p:pic>
        <p:nvPicPr>
          <p:cNvPr id="1155" name="Google Shape;1155;p19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