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8" r:id="rId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8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5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000">
                <a:latin typeface="Arial"/>
                <a:ea typeface="Arial"/>
                <a:cs typeface="Arial"/>
                <a:sym typeface="Arial"/>
              </a:rPr>
              <a:t>Quantum Computing Applications</a:t>
            </a:r>
            <a:endParaRPr/>
          </a:p>
        </p:txBody>
      </p:sp>
      <p:sp>
        <p:nvSpPr>
          <p:cNvPr id="491" name="Google Shape;491;p7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Drug Discovery: Simulate and analyze molecular interactions to accelerate drug discovery.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Materials Science: Design and discover new materials with enhanced properties.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Financial Modeling: Optimize investment portfolios and risk management strategies.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Artificial Intelligence: Advance machine learning algorithms and AI capabilities.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Cryptography: Break current encryption methods and develop new cryptographic protocols.</a:t>
            </a:r>
            <a:endParaRPr/>
          </a:p>
        </p:txBody>
      </p:sp>
      <p:pic>
        <p:nvPicPr>
          <p:cNvPr id="492" name="Google Shape;492;p7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