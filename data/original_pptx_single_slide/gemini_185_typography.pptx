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0" r:id="rId1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0" Type="http://schemas.openxmlformats.org/officeDocument/2006/relationships/slide" Target="slides/slide1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5" name="Google Shape;1405;p1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60.jpg"/></Relationships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0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1408" name="Google Shape;1408;p20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3000"/>
              <a:t>Stimulates the central nervous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000"/>
              <a:t>Increases alertness and wakefulness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3000"/>
              <a:t>Can improve mood and cognitive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May cause anxiety, jitters, and insomnia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High doses can lead to serious health problems</a:t>
            </a:r>
            <a:endParaRPr/>
          </a:p>
        </p:txBody>
      </p:sp>
      <p:pic>
        <p:nvPicPr>
          <p:cNvPr id="1409" name="Google Shape;1409;p2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