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4" r:id="rId9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4" Type="http://schemas.openxmlformats.org/officeDocument/2006/relationships/slide" Target="slides/slide8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8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8" name="Google Shape;738;p8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86.jpg"/></Relationships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13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 sz="1600">
                <a:latin typeface="Courier New"/>
                <a:ea typeface="Courier New"/>
                <a:cs typeface="Courier New"/>
                <a:sym typeface="Courier New"/>
              </a:rPr>
              <a:t>Optical Illusions Explained</a:t>
            </a:r>
            <a:endParaRPr/>
          </a:p>
        </p:txBody>
      </p:sp>
      <p:sp>
        <p:nvSpPr>
          <p:cNvPr id="741" name="Google Shape;741;p11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Optical illusions deceive our brains by exploiting how we perceive visual information.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Our brains make assumptions about what we see based on past experiences and context.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Illusions manipulate these assumptions, leading to misinterpretations.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They can distort size, shape, color, and movement.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Examples include the Ames Room Illusion and the Muller-Lyer Illusion.</a:t>
            </a:r>
            <a:endParaRPr/>
          </a:p>
        </p:txBody>
      </p:sp>
      <p:pic>
        <p:nvPicPr>
          <p:cNvPr id="742" name="Google Shape;742;p11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