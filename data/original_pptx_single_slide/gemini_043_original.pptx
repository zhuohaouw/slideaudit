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8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31bfb8c82e_1_10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/Relationships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7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Quantum Entanglement 👻</a:t>
            </a:r>
            <a:endParaRPr/>
          </a:p>
        </p:txBody>
      </p:sp>
      <p:sp>
        <p:nvSpPr>
          <p:cNvPr id="369" name="Google Shape;369;p67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Quantum entanglement is a phenomenon where two particles become linked.</a:t>
            </a:r>
            <a:endParaRPr/>
          </a:p>
        </p:txBody>
      </p:sp>
      <p:sp>
        <p:nvSpPr>
          <p:cNvPr id="370" name="Google Shape;370;p67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The state of one particle is dependent on the state of the other, no matter the distance.</a:t>
            </a:r>
            <a:endParaRPr/>
          </a:p>
        </p:txBody>
      </p:sp>
      <p:sp>
        <p:nvSpPr>
          <p:cNvPr id="371" name="Google Shape;371;p67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This has been referred to as "spooky action at a distance."</a:t>
            </a:r>
            <a:endParaRPr/>
          </a:p>
        </p:txBody>
      </p:sp>
      <p:sp>
        <p:nvSpPr>
          <p:cNvPr id="372" name="Google Shape;372;p67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It has potential applications in quantum computing and communication.</a:t>
            </a:r>
            <a:endParaRPr/>
          </a:p>
        </p:txBody>
      </p:sp>
      <p:pic>
        <p:nvPicPr>
          <p:cNvPr id="373" name="Google Shape;373;p6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