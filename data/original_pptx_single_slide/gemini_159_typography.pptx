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4" r:id="rId1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4" Type="http://schemas.openxmlformats.org/officeDocument/2006/relationships/slide" Target="slides/slide1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p1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36.jpg"/></Relationships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8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zh-CN" sz="3000"/>
              <a:t>The Science of Decision-Making</a:t>
            </a:r>
            <a:endParaRPr/>
          </a:p>
        </p:txBody>
      </p:sp>
      <p:sp>
        <p:nvSpPr>
          <p:cNvPr id="1230" name="Google Shape;1230;p18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Humans are not always rational actors.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Cognitive biases influence decision-making.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Emotional factors outweigh logic.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We seek immediate gratification over long-term benefits.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can lead to irrational choices and poor outcomes.</a:t>
            </a:r>
            <a:endParaRPr/>
          </a:p>
        </p:txBody>
      </p:sp>
      <p:pic>
        <p:nvPicPr>
          <p:cNvPr id="1231" name="Google Shape;1231;p1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