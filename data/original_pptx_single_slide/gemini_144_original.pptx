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9" r:id="rId1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9" Type="http://schemas.openxmlformats.org/officeDocument/2006/relationships/slide" Target="slides/slide1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31bfb8c82e_1_37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29.jpg"/></Relationships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6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Hypnosis: Myths vs. Reality</a:t>
            </a:r>
            <a:endParaRPr/>
          </a:p>
        </p:txBody>
      </p:sp>
      <p:sp>
        <p:nvSpPr>
          <p:cNvPr id="977" name="Google Shape;977;p16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Hypnosis is a state of focused attention and concentration.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You cannot be hypnotized against your will.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Hypnosis can cause you to do things against your morals.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Hypnotists have complete control over you.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Hypnosis may help with pain management and anxiety.</a:t>
            </a:r>
            <a:endParaRPr/>
          </a:p>
        </p:txBody>
      </p:sp>
      <p:pic>
        <p:nvPicPr>
          <p:cNvPr id="978" name="Google Shape;978;p16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