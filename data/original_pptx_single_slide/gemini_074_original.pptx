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9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31bfb8c82e_1_19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7.jpg"/></Relationships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Extreme Sports: Thrills and Risks</a:t>
            </a:r>
            <a:endParaRPr/>
          </a:p>
        </p:txBody>
      </p:sp>
      <p:sp>
        <p:nvSpPr>
          <p:cNvPr id="563" name="Google Shape;563;p9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High-risk activities that push physical and mental limits.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Skydiving, base jumping, surfing, rock climbing.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Adrenaline rush, sense of accomplishment, connection with nature.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 of serious injury or death.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skill, training, and safety precautions.</a:t>
            </a:r>
            <a:endParaRPr/>
          </a:p>
        </p:txBody>
      </p:sp>
      <p:pic>
        <p:nvPicPr>
          <p:cNvPr id="564" name="Google Shape;564;p9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