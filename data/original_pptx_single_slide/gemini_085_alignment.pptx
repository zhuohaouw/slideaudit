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0" r:id="rId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0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0" name="Google Shape;710;p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5.jpg"/></Relationships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9"/>
          <p:cNvSpPr txBox="1"/>
          <p:nvPr>
            <p:ph type="title"/>
          </p:nvPr>
        </p:nvSpPr>
        <p:spPr>
          <a:xfrm>
            <a:off x="55869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Urban Legends: Fact or Fiction?</a:t>
            </a:r>
            <a:endParaRPr/>
          </a:p>
        </p:txBody>
      </p:sp>
      <p:sp>
        <p:nvSpPr>
          <p:cNvPr id="713" name="Google Shape;713;p10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Urban legends are fictional stories passed off as true.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contain elements of mystery, horror, or humor.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primarily through word-of-mouth and social media.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Their believability and relatability cause them to spread easily.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reflect social anxieties or cultural beliefs.</a:t>
            </a:r>
            <a:endParaRPr/>
          </a:p>
        </p:txBody>
      </p:sp>
      <p:pic>
        <p:nvPicPr>
          <p:cNvPr id="714" name="Google Shape;714;p1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