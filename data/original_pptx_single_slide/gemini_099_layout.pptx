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4" r:id="rId10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4" Type="http://schemas.openxmlformats.org/officeDocument/2006/relationships/slide" Target="slides/slide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9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8" name="Google Shape;808;p9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2.jpg"/></Relationships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23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Unusual Olympic Sports</a:t>
            </a:r>
            <a:endParaRPr/>
          </a:p>
        </p:txBody>
      </p:sp>
      <p:sp>
        <p:nvSpPr>
          <p:cNvPr id="811" name="Google Shape;811;p123"/>
          <p:cNvSpPr txBox="1"/>
          <p:nvPr>
            <p:ph idx="1" type="body"/>
          </p:nvPr>
        </p:nvSpPr>
        <p:spPr>
          <a:xfrm>
            <a:off x="4773075" y="1820475"/>
            <a:ext cx="4090894" cy="2796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Tug of War: Featured from 1900 to 1920, with teams of eight competing.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Solo Synchronized Swimming: Competed only in 1984 and 1992, required swimmers to perform routines alone.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Plunge for Distance: 1904 Olympic sport where competitors dove in a pool and stayed motionless underwater until resurfacing.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Live Pigeon Shooting: 1900 Olympics featured this event where over 300 birds were killed.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Rope Climb: Gymnasts competed in rope climb for speed at the 1896, 1904, 1924, and 1932 games.</a:t>
            </a:r>
            <a:endParaRPr/>
          </a:p>
        </p:txBody>
      </p:sp>
      <p:pic>
        <p:nvPicPr>
          <p:cNvPr id="812" name="Google Shape;812;p1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