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0" r:id="rId17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0" Type="http://schemas.openxmlformats.org/officeDocument/2006/relationships/slide" Target="slides/slide1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16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9" name="Google Shape;1269;p16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189"/>
          <p:cNvSpPr txBox="1"/>
          <p:nvPr>
            <p:ph type="title"/>
          </p:nvPr>
        </p:nvSpPr>
        <p:spPr>
          <a:xfrm>
            <a:off x="6387000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Bilingual Brain</a:t>
            </a:r>
            <a:endParaRPr/>
          </a:p>
        </p:txBody>
      </p:sp>
      <p:sp>
        <p:nvSpPr>
          <p:cNvPr id="1272" name="Google Shape;1272;p18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Language processing involves multiple brain regions working together.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Broca's area is linked to speech production, Wernicke's to comprehension.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Multilingual brains show greater activity in these areas.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Language learned early is processed similarly to native language.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Later-learned languages may use different brain regions.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Switching between languages activates the brain's control center.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may lead to improved cognitive function and memory!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