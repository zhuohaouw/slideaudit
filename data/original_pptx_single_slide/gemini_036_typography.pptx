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1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p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jpg"/></Relationships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0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Space Travel Innovations 🛸🚀✨</a:t>
            </a:r>
            <a:endParaRPr/>
          </a:p>
        </p:txBody>
      </p:sp>
      <p:sp>
        <p:nvSpPr>
          <p:cNvPr id="363" name="Google Shape;363;p60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sz="1600" u="sng"/>
              <a:t>Reusable Rockets: Reduced cost and increased accessibility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sz="4000" u="sng"/>
              <a:t>Advanced Propulsion: Ion drives, solar sails for faster and farther travel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sz="1200" u="none"/>
              <a:t>Space Habitats: Inflatable modules, 3D printed structures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sz="2000" u="none"/>
              <a:t>Resource Utilization: Mining asteroids and the Moon for materials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sz="1000" u="none"/>
              <a:t>SPACE TOURISM: COMMERCIAL SPACEFLIGHT FOR RESEARCH AND LEISURE</a:t>
            </a:r>
            <a:endParaRPr/>
          </a:p>
        </p:txBody>
      </p:sp>
      <p:pic>
        <p:nvPicPr>
          <p:cNvPr id="364" name="Google Shape;364;p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