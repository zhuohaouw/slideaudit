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1" r:id="rId8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1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7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8" name="Google Shape;648;p7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83.jpg"/></Relationships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00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Ancient Writing Systems</a:t>
            </a:r>
            <a:endParaRPr/>
          </a:p>
        </p:txBody>
      </p:sp>
      <p:sp>
        <p:nvSpPr>
          <p:cNvPr id="651" name="Google Shape;651;p100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5DA520"/>
                </a:solidFill>
                <a:latin typeface="Verdana"/>
                <a:ea typeface="Verdana"/>
                <a:cs typeface="Verdana"/>
                <a:sym typeface="Verdana"/>
              </a:rPr>
              <a:t>Cuneiform: Developed in Mesopotamia, one of the earliest writing systems.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FC4CD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Hieroglyphics: Used in Ancient Egypt, a complex system of pictures and symbols.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C087A5"/>
                </a:solidFill>
                <a:latin typeface="Arial"/>
                <a:ea typeface="Arial"/>
                <a:cs typeface="Arial"/>
                <a:sym typeface="Arial"/>
              </a:rPr>
              <a:t>Indus Script: Undeciphered script of the Indus Valley Civilization.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087F39"/>
                </a:solidFill>
                <a:latin typeface="Verdana"/>
                <a:ea typeface="Verdana"/>
                <a:cs typeface="Verdana"/>
                <a:sym typeface="Verdana"/>
              </a:rPr>
              <a:t>Chinese Writing: Logographic system, one of the oldest continuously used systems.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B88BA5"/>
                </a:solidFill>
                <a:latin typeface="Verdana"/>
                <a:ea typeface="Verdana"/>
                <a:cs typeface="Verdana"/>
                <a:sym typeface="Verdana"/>
              </a:rPr>
              <a:t>Mayan Glyphs: Advanced writing system of Mesoamerica.</a:t>
            </a:r>
            <a:endParaRPr/>
          </a:p>
        </p:txBody>
      </p:sp>
      <p:pic>
        <p:nvPicPr>
          <p:cNvPr id="652" name="Google Shape;652;p10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