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9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9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45" r:id="rId19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5" Type="http://schemas.openxmlformats.org/officeDocument/2006/relationships/slide" Target="slides/slide19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p19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0" name="Google Shape;1440;p19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Relationship Id="rId3" Type="http://schemas.openxmlformats.org/officeDocument/2006/relationships/image" Target="../media/image166.jpg"/></Relationships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2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Time and Punctuality Across Cultures</a:t>
            </a:r>
            <a:endParaRPr/>
          </a:p>
        </p:txBody>
      </p:sp>
      <p:sp>
        <p:nvSpPr>
          <p:cNvPr id="1443" name="Google Shape;1443;p2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is seen as more flexible and fluid in some cultures (e.g. Africa).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Time is seen as fixed and rigid in other cultures (e.g. Western societies).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Punctuality is highly valued in cultures where time is seen as fixed.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Being late is more acceptable in cultures where time is seen as flexible.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Different perceptions of time influence business and social interactions.</a:t>
            </a:r>
            <a:endParaRPr/>
          </a:p>
        </p:txBody>
      </p:sp>
      <p:pic>
        <p:nvPicPr>
          <p:cNvPr id="1444" name="Google Shape;1444;p21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909" y="80373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