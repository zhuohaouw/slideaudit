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05" r:id="rId15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5" Type="http://schemas.openxmlformats.org/officeDocument/2006/relationships/slide" Target="slides/slide1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331bfb8c82e_1_389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130.jpg"/></Relationships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174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History's Strangest Coincidences</a:t>
            </a:r>
            <a:endParaRPr/>
          </a:p>
        </p:txBody>
      </p:sp>
      <p:sp>
        <p:nvSpPr>
          <p:cNvPr id="1012" name="Google Shape;1012;p174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"Curse" of the Titanic: Fictional book predicted the Titanic's sinking 14 years before it happened. Luck?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Mark Twain and Halley's Comet: Born and died during Halley's Comet appearances. Luck?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Lincoln-Kennedy Coincidences: Eerie similarities between the assassinations of two presidents. Luck?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Twin Strangers: Two identical strangers met by chance. Just an interesting coincidence?</a:t>
            </a:r>
            <a:endParaRPr/>
          </a:p>
        </p:txBody>
      </p:sp>
      <p:pic>
        <p:nvPicPr>
          <p:cNvPr id="1013" name="Google Shape;1013;p174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