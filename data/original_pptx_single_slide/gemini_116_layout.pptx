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1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71" r:id="rId1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21" Type="http://schemas.openxmlformats.org/officeDocument/2006/relationships/slide" Target="slides/slide1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11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5" name="Google Shape;925;p11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99.jpg"/></Relationships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140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Unsolved Ancient Mysteries</a:t>
            </a:r>
            <a:endParaRPr/>
          </a:p>
        </p:txBody>
      </p:sp>
      <p:sp>
        <p:nvSpPr>
          <p:cNvPr id="928" name="Google Shape;928;p140"/>
          <p:cNvSpPr txBox="1"/>
          <p:nvPr>
            <p:ph idx="1" type="body"/>
          </p:nvPr>
        </p:nvSpPr>
        <p:spPr>
          <a:xfrm>
            <a:off x="3895344" y="1408176"/>
            <a:ext cx="7674188" cy="49595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Antikythera Mechanism: Ancient Greek astronomical calculator.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Voynich Manuscript: Undeciphered medieval text.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Baghdad Battery: Ancient Mesopotamian battery?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Saqqara Bird: Ancient Egyptian wooden bird model - could it have flown?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Nazca Lines: Ancient Peruvian geoglyphs of unknown purpose.</a:t>
            </a:r>
            <a:endParaRPr/>
          </a:p>
        </p:txBody>
      </p:sp>
      <p:pic>
        <p:nvPicPr>
          <p:cNvPr id="929" name="Google Shape;929;p14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