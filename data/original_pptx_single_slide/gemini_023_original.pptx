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1bfb8c82e_1_5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Mind-Controlled Prosthetics</a:t>
            </a:r>
            <a:endParaRPr/>
          </a:p>
        </p:txBody>
      </p:sp>
      <p:sp>
        <p:nvSpPr>
          <p:cNvPr id="250" name="Google Shape;250;p4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enable direct communication between the brain and external devices.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prosthetic limbs.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intuitive and natural control of artificial limbs.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Mind-controlled prosthetics can restore lost motor function and improve quality of life.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Advancements in BCIs are rapidly expanding the possibilities for prosthetics and human-machine interaction.</a:t>
            </a:r>
            <a:endParaRPr/>
          </a:p>
        </p:txBody>
      </p:sp>
      <p:pic>
        <p:nvPicPr>
          <p:cNvPr id="251" name="Google Shape;251;p4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