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zh-CN" sz="4000"/>
              <a:t>Mind-Controlled Prosthetics</a:t>
            </a:r>
            <a:endParaRPr/>
          </a:p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enable direct communication between the brain and external devices.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prosthetic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intuitive and natural control of artificial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Mind-controlled prosthetics can restore lost motor function and improve quality of life.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Advancements in BCIs are rapidly expanding the possibilities for prosthetics and human-machine interaction.</a:t>
            </a:r>
            <a:endParaRPr/>
          </a:p>
        </p:txBody>
      </p:sp>
      <p:pic>
        <p:nvPicPr>
          <p:cNvPr id="274" name="Google Shape;274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