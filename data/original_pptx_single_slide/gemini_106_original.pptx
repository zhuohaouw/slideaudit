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1" r:id="rId1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1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31bfb8c82e_1_27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5.jpg"/></Relationships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Love</a:t>
            </a:r>
            <a:endParaRPr/>
          </a:p>
        </p:txBody>
      </p:sp>
      <p:sp>
        <p:nvSpPr>
          <p:cNvPr id="754" name="Google Shape;754;p13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Intimacy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Commitment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Different combinations of these three components result in different types of love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 example, intimacy and passion lead to romantic love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Consummate love is achieved with all three components</a:t>
            </a:r>
            <a:endParaRPr/>
          </a:p>
        </p:txBody>
      </p:sp>
      <p:pic>
        <p:nvPicPr>
          <p:cNvPr id="755" name="Google Shape;755;p13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