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6" r:id="rId16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6" Type="http://schemas.openxmlformats.org/officeDocument/2006/relationships/slide" Target="slides/slide1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6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1" name="Google Shape;1241;p16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139.jpg"/></Relationships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185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1" lang="zh-CN" u="none">
                <a:latin typeface="Courier New"/>
                <a:ea typeface="Courier New"/>
                <a:cs typeface="Courier New"/>
                <a:sym typeface="Courier New"/>
              </a:rPr>
              <a:t>Most Expensive Mistakes 💰</a:t>
            </a:r>
            <a:endParaRPr/>
          </a:p>
        </p:txBody>
      </p:sp>
      <p:sp>
        <p:nvSpPr>
          <p:cNvPr id="1244" name="Google Shape;1244;p185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Sinking of the Titanic (1912) - 1,500 Lives Lost, $7.5 Million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Challenger Explosion (1986) - 7 Astronauts Killed, $5.5 Billion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Chernobyl Disaster (1986) - 31 Direct Deaths, $200 Billion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Deepwater Horizon Oil Spill (2010) - 11 Deaths, $65 Billion</a:t>
            </a:r>
            <a:endParaRPr/>
          </a:p>
        </p:txBody>
      </p:sp>
      <p:pic>
        <p:nvPicPr>
          <p:cNvPr id="1245" name="Google Shape;1245;p18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