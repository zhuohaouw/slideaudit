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1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1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1bfb8c82e_1_17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1.jpg"/></Relationships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0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Laughter</a:t>
            </a:r>
            <a:endParaRPr/>
          </a:p>
        </p:txBody>
      </p:sp>
      <p:sp>
        <p:nvSpPr>
          <p:cNvPr id="516" name="Google Shape;516;p90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is a physiological response to humor.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involves multiple brain regions and muscle groups.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 and signaling acceptance.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 have evolved to signal non-threat and promote social cohesion.</a:t>
            </a:r>
            <a:endParaRPr/>
          </a:p>
        </p:txBody>
      </p:sp>
      <p:pic>
        <p:nvPicPr>
          <p:cNvPr id="517" name="Google Shape;517;p9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