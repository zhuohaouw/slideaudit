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5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52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307" r:id="rId57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57" Type="http://schemas.openxmlformats.org/officeDocument/2006/relationships/slide" Target="slides/slide5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6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p52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78" name="Google Shape;478;p52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14" name="Google Shape;14;p3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8" name="Google Shape;18;p4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5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26" name="Google Shape;26;p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28" name="Google Shape;28;p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7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7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Google Shape;36;p8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40" name="Google Shape;40;p9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2" name="Google Shape;42;p9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" name="Google Shape;43;p9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46" name="Google Shape;46;p10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8" name="Google Shape;48;p10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1" name="Google Shape;51;p11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1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1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11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58" name="Google Shape;58;p11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" name="Google Shape;59;p11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" name="Google Shape;60;p11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" name="Google Shape;61;p11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11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1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66" name="Google Shape;66;p12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2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2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2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3" name="Google Shape;73;p12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2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0" name="Google Shape;80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1" name="Google Shape;8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8" name="Google Shape;8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2" name="Google Shape;92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3" name="Google Shape;9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0" name="Google Shape;10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3" name="Google Shape;10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07" name="Google Shape;107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8" name="Google Shape;108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9" name="Google Shape;10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53.jpg"/></Relationships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9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p76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zh-CN"/>
              <a:t>Alternative Energy: The Future of Power</a:t>
            </a:r>
            <a:endParaRPr/>
          </a:p>
        </p:txBody>
      </p:sp>
      <p:sp>
        <p:nvSpPr>
          <p:cNvPr id="481" name="Google Shape;481;p76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rPr lang="zh-CN"/>
              <a:t>Solar and wind power are experiencing rapid cost declines.</a:t>
            </a:r>
            <a:endParaRPr/>
          </a:p>
        </p:txBody>
      </p:sp>
      <p:sp>
        <p:nvSpPr>
          <p:cNvPr id="482" name="Google Shape;482;p76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rPr lang="zh-CN"/>
              <a:t>Solar and wind are now the cheapest sources of new energy generation.</a:t>
            </a:r>
            <a:endParaRPr/>
          </a:p>
        </p:txBody>
      </p:sp>
      <p:sp>
        <p:nvSpPr>
          <p:cNvPr id="483" name="Google Shape;483;p76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rPr lang="zh-CN"/>
              <a:t>The potential of solar and wind is vast, exceeding current and future global energy needs.</a:t>
            </a:r>
            <a:endParaRPr/>
          </a:p>
        </p:txBody>
      </p:sp>
      <p:sp>
        <p:nvSpPr>
          <p:cNvPr id="484" name="Google Shape;484;p76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800"/>
              <a:buNone/>
            </a:pPr>
            <a:r>
              <a:rPr lang="zh-CN"/>
              <a:t>Alternative energy sources could meet the world's energy demand 100 times over.</a:t>
            </a:r>
            <a:endParaRPr/>
          </a:p>
        </p:txBody>
      </p:sp>
      <p:pic>
        <p:nvPicPr>
          <p:cNvPr id="485" name="Google Shape;485;p76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