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4" r:id="rId1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4" Type="http://schemas.openxmlformats.org/officeDocument/2006/relationships/slide" Target="slides/slide1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331bfb8c82e_1_337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117.jpg"/></Relationships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153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Ancient Medical Practices</a:t>
            </a:r>
            <a:endParaRPr/>
          </a:p>
        </p:txBody>
      </p:sp>
      <p:sp>
        <p:nvSpPr>
          <p:cNvPr id="889" name="Google Shape;889;p153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Egypt: Extensive use of herbs and plants for medicine.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Greece: Humoral theory - balance of 4 humors.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India: Ayurveda - holistic healing system, focus on balance.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China: Acupuncture, herbal remedies, and Qi energy.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Rome: Galen's medical teachings influenced Western medicine for centuries.</a:t>
            </a:r>
            <a:endParaRPr/>
          </a:p>
        </p:txBody>
      </p:sp>
      <p:pic>
        <p:nvPicPr>
          <p:cNvPr id="890" name="Google Shape;890;p153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