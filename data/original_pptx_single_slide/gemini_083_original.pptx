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8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31bfb8c82e_1_220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4.jpg"/></Relationships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7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Famous Unsolved Codes</a:t>
            </a:r>
            <a:endParaRPr/>
          </a:p>
        </p:txBody>
      </p:sp>
      <p:sp>
        <p:nvSpPr>
          <p:cNvPr id="616" name="Google Shape;616;p107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Voynich Manuscript - Undeciphered text carbon-dated to the early 15th century.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Kryptos - Sculpture at the CIA headquarters with an encrypted message, partially solved.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Zodiac Killer Ciphers - Series of ciphers sent to newspapers in the late 1960s, mostly unsolved.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Beale Ciphers - Alleged to reveal the location of buried treasure, only one of three ciphers solved.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Ricky McCormick's Notes - Encrypted notes found on a murder victim, code remains unsolved.</a:t>
            </a:r>
            <a:endParaRPr/>
          </a:p>
        </p:txBody>
      </p:sp>
      <p:pic>
        <p:nvPicPr>
          <p:cNvPr id="617" name="Google Shape;617;p10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