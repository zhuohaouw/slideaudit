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3" r:id="rId10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3" Type="http://schemas.openxmlformats.org/officeDocument/2006/relationships/slide" Target="slides/slide9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1" name="Google Shape;801;p9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79.jpg"/></Relationships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2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Junk Food Cravings</a:t>
            </a:r>
            <a:endParaRPr/>
          </a:p>
        </p:txBody>
      </p:sp>
      <p:sp>
        <p:nvSpPr>
          <p:cNvPr id="804" name="Google Shape;804;p122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Junk food triggers the release of "feel-good" chemicals in the brain, like dopamine.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High in sugar, salt, and fat, junk food  appeals to our evolutionary instincts for calorie-dense foods.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combination of these ingredients can create addictive properties.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This can lead to cravings and overconsumption, even when we know it's unhealthy.</a:t>
            </a:r>
            <a:endParaRPr/>
          </a:p>
        </p:txBody>
      </p:sp>
      <p:pic>
        <p:nvPicPr>
          <p:cNvPr id="805" name="Google Shape;805;p12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800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