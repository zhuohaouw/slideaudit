
<file path=[Content_Types].xml><?xml version="1.0" encoding="utf-8"?>
<Types xmlns="http://schemas.openxmlformats.org/package/2006/content-types">
  <Default Extension="jpg" ContentType="image/jpeg"/>
  <Default Extension="rels" ContentType="application/vnd.openxmlformats-package.relationships+xml"/>
  <Default Extension="xml" ContentType="application/xml"/>
  <Override PartName="/ppt/notesMasters/notesMaster1.xml" ContentType="application/vnd.openxmlformats-officedocument.presentationml.notesMaster+xml"/>
  <Override PartName="/ppt/notesSlides/notesSlide16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6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71" r:id="rId4"/>
  </p:sldMasterIdLst>
  <p:notesMasterIdLst>
    <p:notesMasterId r:id="rId5"/>
  </p:notesMasterIdLst>
  <p:sldIdLst>
    <p:sldId id="424" r:id="rId174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174" Type="http://schemas.openxmlformats.org/officeDocument/2006/relationships/slide" Target="slides/slide16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6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6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4" name="Shape 1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5" name="Google Shape;1295;p169:notes"/>
          <p:cNvSpPr txBox="1"/>
          <p:nvPr>
            <p:ph idx="1" type="body"/>
          </p:nvPr>
        </p:nvSpPr>
        <p:spPr>
          <a:xfrm>
            <a:off x="2286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96" name="Google Shape;1296;p169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LB_1_1_0_A">
  <p:cSld name="TITLE_AND_BODY_1_1_1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title"/>
          </p:nvPr>
        </p:nvSpPr>
        <p:spPr>
          <a:xfrm>
            <a:off x="301749" y="310900"/>
            <a:ext cx="2757000" cy="31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1" name="Google Shape;11;p2"/>
          <p:cNvSpPr txBox="1"/>
          <p:nvPr>
            <p:ph idx="1" type="body"/>
          </p:nvPr>
        </p:nvSpPr>
        <p:spPr>
          <a:xfrm>
            <a:off x="3460800" y="310900"/>
            <a:ext cx="5344800" cy="45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G">
  <p:cSld name="TITLE_AND_BODY_2_1_1_1_1_1_1_1_1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ect">
            <a:avLst/>
          </a:prstGeom>
          <a:noFill/>
          <a:ln>
            <a:noFill/>
          </a:ln>
        </p:spPr>
      </p:sp>
      <p:sp>
        <p:nvSpPr>
          <p:cNvPr id="14" name="Google Shape;14;p3"/>
          <p:cNvSpPr txBox="1"/>
          <p:nvPr>
            <p:ph type="title"/>
          </p:nvPr>
        </p:nvSpPr>
        <p:spPr>
          <a:xfrm>
            <a:off x="228600" y="228600"/>
            <a:ext cx="3557100" cy="84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5" name="Google Shape;15;p3"/>
          <p:cNvSpPr txBox="1"/>
          <p:nvPr>
            <p:ph idx="1" type="body"/>
          </p:nvPr>
        </p:nvSpPr>
        <p:spPr>
          <a:xfrm>
            <a:off x="228600" y="1600200"/>
            <a:ext cx="3557100" cy="3319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C">
  <p:cSld name="TITLE_AND_BODY_2_1_1_1_1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/>
          <p:nvPr>
            <p:ph idx="2" type="pic"/>
          </p:nvPr>
        </p:nvSpPr>
        <p:spPr>
          <a:xfrm>
            <a:off x="228600" y="228600"/>
            <a:ext cx="4690800" cy="46908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18" name="Google Shape;18;p4"/>
          <p:cNvSpPr txBox="1"/>
          <p:nvPr>
            <p:ph type="title"/>
          </p:nvPr>
        </p:nvSpPr>
        <p:spPr>
          <a:xfrm>
            <a:off x="5362500" y="640075"/>
            <a:ext cx="34671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5279300" y="1901949"/>
            <a:ext cx="355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D">
  <p:cSld name="TITLE_AND_BODY_2_1_1_1_1_1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228600" y="804675"/>
            <a:ext cx="3730200" cy="795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228600" y="1901954"/>
            <a:ext cx="3730200" cy="269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5"/>
          <p:cNvSpPr/>
          <p:nvPr>
            <p:ph idx="2" type="pic"/>
          </p:nvPr>
        </p:nvSpPr>
        <p:spPr>
          <a:xfrm>
            <a:off x="4233672" y="228600"/>
            <a:ext cx="4690800" cy="4690800"/>
          </a:xfrm>
          <a:prstGeom prst="round2DiagRect">
            <a:avLst>
              <a:gd fmla="val 16667" name="adj1"/>
              <a:gd fmla="val 0" name="adj2"/>
            </a:avLst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H">
  <p:cSld name="TITLE_AND_BODY_2_1_1_1_1_1_1_1_1_1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6"/>
          <p:cNvSpPr/>
          <p:nvPr>
            <p:ph idx="2" type="pic"/>
          </p:nvPr>
        </p:nvSpPr>
        <p:spPr>
          <a:xfrm>
            <a:off x="548640" y="1554480"/>
            <a:ext cx="2807100" cy="2807100"/>
          </a:xfrm>
          <a:prstGeom prst="roundRect">
            <a:avLst>
              <a:gd fmla="val 8343" name="adj"/>
            </a:avLst>
          </a:prstGeom>
          <a:noFill/>
          <a:ln>
            <a:noFill/>
          </a:ln>
        </p:spPr>
      </p:sp>
      <p:sp>
        <p:nvSpPr>
          <p:cNvPr id="26" name="Google Shape;26;p6"/>
          <p:cNvSpPr txBox="1"/>
          <p:nvPr>
            <p:ph type="title"/>
          </p:nvPr>
        </p:nvSpPr>
        <p:spPr>
          <a:xfrm>
            <a:off x="548675" y="603500"/>
            <a:ext cx="7923900" cy="6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" type="body"/>
          </p:nvPr>
        </p:nvSpPr>
        <p:spPr>
          <a:xfrm>
            <a:off x="3895344" y="1408176"/>
            <a:ext cx="4782300" cy="3090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28" name="Google Shape;28;p6"/>
          <p:cNvCxnSpPr/>
          <p:nvPr/>
        </p:nvCxnSpPr>
        <p:spPr>
          <a:xfrm>
            <a:off x="544200" y="451125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F">
  <p:cSld name="TITLE_AND_BODY_2_1_1_1_1_1_1_1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7"/>
          <p:cNvSpPr/>
          <p:nvPr/>
        </p:nvSpPr>
        <p:spPr>
          <a:xfrm>
            <a:off x="228600" y="228600"/>
            <a:ext cx="8686800" cy="4686300"/>
          </a:xfrm>
          <a:prstGeom prst="roundRect">
            <a:avLst>
              <a:gd fmla="val 6123" name="adj"/>
            </a:avLst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1" name="Google Shape;31;p7"/>
          <p:cNvSpPr/>
          <p:nvPr>
            <p:ph idx="2" type="pic"/>
          </p:nvPr>
        </p:nvSpPr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sp>
      <p:sp>
        <p:nvSpPr>
          <p:cNvPr id="32" name="Google Shape;32;p7"/>
          <p:cNvSpPr txBox="1"/>
          <p:nvPr>
            <p:ph type="title"/>
          </p:nvPr>
        </p:nvSpPr>
        <p:spPr>
          <a:xfrm>
            <a:off x="557784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7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51">
          <p15:clr>
            <a:srgbClr val="E46962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A">
  <p:cSld name="TITLE_AND_BODY_2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8"/>
          <p:cNvSpPr/>
          <p:nvPr>
            <p:ph idx="2" type="pic"/>
          </p:nvPr>
        </p:nvSpPr>
        <p:spPr>
          <a:xfrm>
            <a:off x="3996000" y="0"/>
            <a:ext cx="5148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36" name="Google Shape;36;p8"/>
          <p:cNvSpPr txBox="1"/>
          <p:nvPr>
            <p:ph type="title"/>
          </p:nvPr>
        </p:nvSpPr>
        <p:spPr>
          <a:xfrm>
            <a:off x="384048" y="329184"/>
            <a:ext cx="3154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8"/>
          <p:cNvSpPr txBox="1"/>
          <p:nvPr>
            <p:ph idx="1" type="body"/>
          </p:nvPr>
        </p:nvSpPr>
        <p:spPr>
          <a:xfrm>
            <a:off x="329184" y="1545336"/>
            <a:ext cx="3218700" cy="3099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B">
  <p:cSld name="TITLE_AND_BODY_2_1_1_1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9"/>
          <p:cNvSpPr/>
          <p:nvPr>
            <p:ph idx="2" type="pic"/>
          </p:nvPr>
        </p:nvSpPr>
        <p:spPr>
          <a:xfrm>
            <a:off x="4517136" y="475488"/>
            <a:ext cx="4188000" cy="4188000"/>
          </a:xfrm>
          <a:prstGeom prst="roundRect">
            <a:avLst>
              <a:gd fmla="val 8475" name="adj"/>
            </a:avLst>
          </a:prstGeom>
          <a:noFill/>
          <a:ln>
            <a:noFill/>
          </a:ln>
        </p:spPr>
      </p:sp>
      <p:sp>
        <p:nvSpPr>
          <p:cNvPr id="40" name="Google Shape;40;p9"/>
          <p:cNvSpPr txBox="1"/>
          <p:nvPr>
            <p:ph type="title"/>
          </p:nvPr>
        </p:nvSpPr>
        <p:spPr>
          <a:xfrm>
            <a:off x="548650" y="576075"/>
            <a:ext cx="3556800" cy="8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1" name="Google Shape;41;p9"/>
          <p:cNvSpPr txBox="1"/>
          <p:nvPr>
            <p:ph idx="1" type="body"/>
          </p:nvPr>
        </p:nvSpPr>
        <p:spPr>
          <a:xfrm>
            <a:off x="438912" y="1655064"/>
            <a:ext cx="3666600" cy="2871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2" name="Google Shape;42;p9"/>
          <p:cNvCxnSpPr/>
          <p:nvPr/>
        </p:nvCxnSpPr>
        <p:spPr>
          <a:xfrm>
            <a:off x="530352" y="4023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43" name="Google Shape;43;p9"/>
          <p:cNvCxnSpPr/>
          <p:nvPr/>
        </p:nvCxnSpPr>
        <p:spPr>
          <a:xfrm>
            <a:off x="530352" y="4745736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1_E">
  <p:cSld name="TITLE_AND_BODY_2_1_1_1_1_1_1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0"/>
          <p:cNvSpPr/>
          <p:nvPr>
            <p:ph idx="2" type="pic"/>
          </p:nvPr>
        </p:nvSpPr>
        <p:spPr>
          <a:xfrm>
            <a:off x="466195" y="587552"/>
            <a:ext cx="3968400" cy="3968400"/>
          </a:xfrm>
          <a:prstGeom prst="roundRect">
            <a:avLst>
              <a:gd fmla="val 9998" name="adj"/>
            </a:avLst>
          </a:prstGeom>
          <a:noFill/>
          <a:ln>
            <a:noFill/>
          </a:ln>
        </p:spPr>
      </p:sp>
      <p:sp>
        <p:nvSpPr>
          <p:cNvPr id="46" name="Google Shape;46;p10"/>
          <p:cNvSpPr txBox="1"/>
          <p:nvPr>
            <p:ph type="title"/>
          </p:nvPr>
        </p:nvSpPr>
        <p:spPr>
          <a:xfrm>
            <a:off x="4896292" y="280875"/>
            <a:ext cx="3925200" cy="10923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7" name="Google Shape;47;p10"/>
          <p:cNvSpPr txBox="1"/>
          <p:nvPr>
            <p:ph idx="1" type="body"/>
          </p:nvPr>
        </p:nvSpPr>
        <p:spPr>
          <a:xfrm>
            <a:off x="4773075" y="1820475"/>
            <a:ext cx="4079700" cy="2788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48" name="Google Shape;48;p10"/>
          <p:cNvCxnSpPr/>
          <p:nvPr/>
        </p:nvCxnSpPr>
        <p:spPr>
          <a:xfrm>
            <a:off x="4894857" y="1615440"/>
            <a:ext cx="10599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</p:spTree>
  </p:cSld>
  <p:clrMapOvr>
    <a:masterClrMapping/>
  </p:clrMapOvr>
  <p:extLst>
    <p:ext uri="{DCECCB84-F9BA-43D5-87BE-67443E8EF086}">
      <p15:sldGuideLst>
        <p15:guide id="1" orient="horz" pos="1620">
          <p15:clr>
            <a:srgbClr val="E46962"/>
          </p15:clr>
        </p15:guide>
        <p15:guide id="2" pos="3083">
          <p15:clr>
            <a:srgbClr val="E46962"/>
          </p15:clr>
        </p15:guide>
      </p15:sldGuideLst>
    </p:ext>
  </p:extLst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A">
  <p:cSld name="CUSTOM_1_1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11"/>
          <p:cNvSpPr/>
          <p:nvPr>
            <p:ph idx="2" type="pic"/>
          </p:nvPr>
        </p:nvSpPr>
        <p:spPr>
          <a:xfrm>
            <a:off x="2990088" y="1436336"/>
            <a:ext cx="3173100" cy="3173100"/>
          </a:xfrm>
          <a:prstGeom prst="roundRect">
            <a:avLst>
              <a:gd fmla="val 50000" name="adj"/>
            </a:avLst>
          </a:prstGeom>
          <a:noFill/>
          <a:ln>
            <a:noFill/>
          </a:ln>
        </p:spPr>
      </p:sp>
      <p:sp>
        <p:nvSpPr>
          <p:cNvPr id="51" name="Google Shape;51;p11"/>
          <p:cNvSpPr txBox="1"/>
          <p:nvPr>
            <p:ph type="title"/>
          </p:nvPr>
        </p:nvSpPr>
        <p:spPr>
          <a:xfrm>
            <a:off x="228600" y="228600"/>
            <a:ext cx="868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52" name="Google Shape;52;p11"/>
          <p:cNvSpPr txBox="1"/>
          <p:nvPr/>
        </p:nvSpPr>
        <p:spPr>
          <a:xfrm>
            <a:off x="210312" y="117116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3" name="Google Shape;53;p11"/>
          <p:cNvSpPr txBox="1"/>
          <p:nvPr/>
        </p:nvSpPr>
        <p:spPr>
          <a:xfrm>
            <a:off x="210312" y="327428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4" name="Google Shape;54;p11"/>
          <p:cNvSpPr txBox="1"/>
          <p:nvPr/>
        </p:nvSpPr>
        <p:spPr>
          <a:xfrm>
            <a:off x="6336792" y="1170432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5" name="Google Shape;55;p11"/>
          <p:cNvSpPr txBox="1"/>
          <p:nvPr>
            <p:ph idx="1" type="body"/>
          </p:nvPr>
        </p:nvSpPr>
        <p:spPr>
          <a:xfrm>
            <a:off x="1042416" y="124431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6" name="Google Shape;56;p11"/>
          <p:cNvSpPr txBox="1"/>
          <p:nvPr>
            <p:ph idx="3" type="body"/>
          </p:nvPr>
        </p:nvSpPr>
        <p:spPr>
          <a:xfrm>
            <a:off x="7178040" y="124358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7" name="Google Shape;57;p11"/>
          <p:cNvSpPr txBox="1"/>
          <p:nvPr>
            <p:ph idx="4" type="body"/>
          </p:nvPr>
        </p:nvSpPr>
        <p:spPr>
          <a:xfrm>
            <a:off x="7178040" y="3346704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cxnSp>
        <p:nvCxnSpPr>
          <p:cNvPr id="58" name="Google Shape;58;p11"/>
          <p:cNvCxnSpPr/>
          <p:nvPr/>
        </p:nvCxnSpPr>
        <p:spPr>
          <a:xfrm>
            <a:off x="545049" y="137227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11"/>
          <p:cNvCxnSpPr/>
          <p:nvPr/>
        </p:nvCxnSpPr>
        <p:spPr>
          <a:xfrm>
            <a:off x="545049" y="3474695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0" name="Google Shape;60;p11"/>
          <p:cNvCxnSpPr/>
          <p:nvPr/>
        </p:nvCxnSpPr>
        <p:spPr>
          <a:xfrm>
            <a:off x="6677174" y="137160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1" name="Google Shape;61;p11"/>
          <p:cNvCxnSpPr/>
          <p:nvPr/>
        </p:nvCxnSpPr>
        <p:spPr>
          <a:xfrm>
            <a:off x="6677174" y="3474720"/>
            <a:ext cx="415500" cy="0"/>
          </a:xfrm>
          <a:prstGeom prst="straightConnector1">
            <a:avLst/>
          </a:prstGeom>
          <a:noFill/>
          <a:ln cap="flat" cmpd="sng" w="9525">
            <a:solidFill>
              <a:srgbClr val="595959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2" name="Google Shape;62;p11"/>
          <p:cNvSpPr txBox="1"/>
          <p:nvPr/>
        </p:nvSpPr>
        <p:spPr>
          <a:xfrm>
            <a:off x="6336796" y="3273550"/>
            <a:ext cx="7773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3" name="Google Shape;63;p11"/>
          <p:cNvSpPr txBox="1"/>
          <p:nvPr>
            <p:ph idx="5" type="body"/>
          </p:nvPr>
        </p:nvSpPr>
        <p:spPr>
          <a:xfrm>
            <a:off x="1042416" y="3347432"/>
            <a:ext cx="16641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  <p:extLst>
    <p:ext uri="{DCECCB84-F9BA-43D5-87BE-67443E8EF086}">
      <p15:sldGuideLst>
        <p15:guide id="1" orient="horz" pos="1904">
          <p15:clr>
            <a:srgbClr val="E46962"/>
          </p15:clr>
        </p15:guide>
        <p15:guide id="2" pos="4718">
          <p15:clr>
            <a:srgbClr val="E46962"/>
          </p15:clr>
        </p15:guide>
      </p15:sldGuideLst>
    </p:ext>
  </p:extLst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4_1_B">
  <p:cSld name="CUSTOM_1_1_1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2"/>
          <p:cNvSpPr/>
          <p:nvPr>
            <p:ph idx="2" type="pic"/>
          </p:nvPr>
        </p:nvSpPr>
        <p:spPr>
          <a:xfrm>
            <a:off x="228600" y="2587752"/>
            <a:ext cx="2222100" cy="2222100"/>
          </a:xfrm>
          <a:prstGeom prst="teardrop">
            <a:avLst>
              <a:gd fmla="val 100000" name="adj"/>
            </a:avLst>
          </a:prstGeom>
          <a:noFill/>
          <a:ln>
            <a:noFill/>
          </a:ln>
        </p:spPr>
      </p:sp>
      <p:sp>
        <p:nvSpPr>
          <p:cNvPr id="66" name="Google Shape;66;p12"/>
          <p:cNvSpPr txBox="1"/>
          <p:nvPr>
            <p:ph type="title"/>
          </p:nvPr>
        </p:nvSpPr>
        <p:spPr>
          <a:xfrm>
            <a:off x="301752" y="310896"/>
            <a:ext cx="2788800" cy="1965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67" name="Google Shape;67;p12"/>
          <p:cNvSpPr txBox="1"/>
          <p:nvPr/>
        </p:nvSpPr>
        <p:spPr>
          <a:xfrm>
            <a:off x="3209544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01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8" name="Google Shape;68;p12"/>
          <p:cNvSpPr txBox="1"/>
          <p:nvPr/>
        </p:nvSpPr>
        <p:spPr>
          <a:xfrm>
            <a:off x="3209544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02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9" name="Google Shape;69;p12"/>
          <p:cNvSpPr txBox="1"/>
          <p:nvPr/>
        </p:nvSpPr>
        <p:spPr>
          <a:xfrm>
            <a:off x="6117336" y="301752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03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0" name="Google Shape;70;p12"/>
          <p:cNvSpPr txBox="1"/>
          <p:nvPr>
            <p:ph idx="1" type="body"/>
          </p:nvPr>
        </p:nvSpPr>
        <p:spPr>
          <a:xfrm>
            <a:off x="3739896" y="374900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1" name="Google Shape;71;p12"/>
          <p:cNvSpPr txBox="1"/>
          <p:nvPr>
            <p:ph idx="3" type="body"/>
          </p:nvPr>
        </p:nvSpPr>
        <p:spPr>
          <a:xfrm>
            <a:off x="6665976" y="374904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2" name="Google Shape;72;p12"/>
          <p:cNvSpPr txBox="1"/>
          <p:nvPr>
            <p:ph idx="4" type="body"/>
          </p:nvPr>
        </p:nvSpPr>
        <p:spPr>
          <a:xfrm>
            <a:off x="666597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3" name="Google Shape;73;p12"/>
          <p:cNvSpPr txBox="1"/>
          <p:nvPr/>
        </p:nvSpPr>
        <p:spPr>
          <a:xfrm>
            <a:off x="6117336" y="2020824"/>
            <a:ext cx="530400" cy="61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rPr b="0" i="0" lang="zh-CN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rPr>
              <a:t>04</a:t>
            </a:r>
            <a:endParaRPr b="0" i="0" sz="1400" u="none" cap="none" strike="noStrike">
              <a:solidFill>
                <a:schemeClr val="dk2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4" name="Google Shape;74;p12"/>
          <p:cNvSpPr txBox="1"/>
          <p:nvPr>
            <p:ph idx="5" type="body"/>
          </p:nvPr>
        </p:nvSpPr>
        <p:spPr>
          <a:xfrm>
            <a:off x="3739896" y="2093976"/>
            <a:ext cx="2167200" cy="1536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enerated Slide 1_1_0_B">
  <p:cSld name="TITLE_AND_BODY_1_1"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3"/>
          <p:cNvSpPr txBox="1"/>
          <p:nvPr>
            <p:ph idx="1" type="body"/>
          </p:nvPr>
        </p:nvSpPr>
        <p:spPr>
          <a:xfrm>
            <a:off x="384048" y="1948992"/>
            <a:ext cx="5266800" cy="289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77" name="Google Shape;77;p13"/>
          <p:cNvSpPr txBox="1"/>
          <p:nvPr>
            <p:ph type="title"/>
          </p:nvPr>
        </p:nvSpPr>
        <p:spPr>
          <a:xfrm>
            <a:off x="384048" y="384048"/>
            <a:ext cx="5266800" cy="8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80" name="Google Shape;80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81" name="Google Shape;81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84" name="Google Shape;84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7" name="Google Shape;87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88" name="Google Shape;8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1" name="Google Shape;91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2" name="Google Shape;92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93" name="Google Shape;93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96" name="Google Shape;96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99" name="Google Shape;99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00" name="Google Shape;100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03" name="Google Shape;103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6" name="Google Shape;106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07" name="Google Shape;107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108" name="Google Shape;108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09" name="Google Shape;109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112" name="Google Shape;112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15" name="Google Shape;115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16" name="Google Shape;116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69.xml"/><Relationship Id="rId3" Type="http://schemas.openxmlformats.org/officeDocument/2006/relationships/image" Target="../media/image154.jpg"/></Relationships>
</file>

<file path=ppt/slides/slide16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7" name="Shape 1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8" name="Google Shape;1298;p193"/>
          <p:cNvSpPr txBox="1"/>
          <p:nvPr>
            <p:ph type="title"/>
          </p:nvPr>
        </p:nvSpPr>
        <p:spPr>
          <a:xfrm>
            <a:off x="2715750" y="585216"/>
            <a:ext cx="3712500" cy="9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zh-CN"/>
              <a:t>The Evolution of Emojis 📱</a:t>
            </a:r>
            <a:endParaRPr/>
          </a:p>
        </p:txBody>
      </p:sp>
      <p:sp>
        <p:nvSpPr>
          <p:cNvPr id="1299" name="Google Shape;1299;p193"/>
          <p:cNvSpPr txBox="1"/>
          <p:nvPr>
            <p:ph idx="1" type="body"/>
          </p:nvPr>
        </p:nvSpPr>
        <p:spPr>
          <a:xfrm>
            <a:off x="508525" y="1883625"/>
            <a:ext cx="3761700" cy="2670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 fontScale="77500" lnSpcReduction="10000"/>
          </a:bodyPr>
          <a:lstStyle/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1999: Shigetaka Kurita creates the first emojis for a Japanese phone carrier.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2010: Unicode Standard incorporates emojis, enabling global use.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Increased use: Emojis enhance emotional expression and clarity in digital conversations.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Impact: Emojis transcend language barriers and add personality to text.</a:t>
            </a:r>
            <a:endParaRPr/>
          </a:p>
          <a:p>
            <a:pPr indent="-317182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zh-CN"/>
              <a:t>Evolution: Emojis now include diverse skin tones, genders, and accessibility options.</a:t>
            </a:r>
            <a:endParaRPr/>
          </a:p>
        </p:txBody>
      </p:sp>
      <p:pic>
        <p:nvPicPr>
          <p:cNvPr id="1300" name="Google Shape;1300;p193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626864" y="585216"/>
            <a:ext cx="3968400" cy="396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