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Medical Advancements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460812" y="310904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Vaccines and Immunization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Antibiotics and Antivirals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Imaging and Diagnostics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Techniques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Organ Transplantation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Prosthetics and Medical Devices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