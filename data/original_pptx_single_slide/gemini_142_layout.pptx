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7" r:id="rId1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14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4" name="Google Shape;1104;p14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135.jpg"/></Relationships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166"/>
          <p:cNvSpPr txBox="1"/>
          <p:nvPr>
            <p:ph type="title"/>
          </p:nvPr>
        </p:nvSpPr>
        <p:spPr>
          <a:xfrm>
            <a:off x="384048" y="329184"/>
            <a:ext cx="4085273" cy="1125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Evolution of Music Genres 🎶</a:t>
            </a:r>
            <a:endParaRPr/>
          </a:p>
        </p:txBody>
      </p:sp>
      <p:sp>
        <p:nvSpPr>
          <p:cNvPr id="1107" name="Google Shape;1107;p166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Early Music (before 1500): Religious, folk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Baroque (1600-1750): Classical, opera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Classical (1750-1820): Symphony, sonata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Romantic (1820-1900): Expressive, emotional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20th Century (1900-2000): Jazz, blues, rock, pop, electronic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21st Century (2000-Present): Hip hop, EDM, indie, K-Pop</a:t>
            </a:r>
            <a:endParaRPr/>
          </a:p>
        </p:txBody>
      </p:sp>
      <p:pic>
        <p:nvPicPr>
          <p:cNvPr id="1108" name="Google Shape;1108;p16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