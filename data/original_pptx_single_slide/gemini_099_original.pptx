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4" r:id="rId10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4" Type="http://schemas.openxmlformats.org/officeDocument/2006/relationships/slide" Target="slides/slide9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31bfb8c82e_1_260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93.jpg"/></Relationships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123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Unusual Olympic Sports</a:t>
            </a:r>
            <a:endParaRPr/>
          </a:p>
        </p:txBody>
      </p:sp>
      <p:sp>
        <p:nvSpPr>
          <p:cNvPr id="712" name="Google Shape;712;p123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Tug of War: Featured from 1900 to 1920, with teams of eight competing.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Solo Synchronized Swimming: Competed only in 1984 and 1992, required swimmers to perform routines alone.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Plunge for Distance: 1904 Olympic sport where competitors dove in a pool and stayed motionless underwater until resurfacing.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Live Pigeon Shooting: 1900 Olympics featured this event where over 300 birds were killed.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Rope Climb: Gymnasts competed in rope climb for speed at the 1896, 1904, 1924, and 1932 games.</a:t>
            </a:r>
            <a:endParaRPr/>
          </a:p>
        </p:txBody>
      </p:sp>
      <p:pic>
        <p:nvPicPr>
          <p:cNvPr id="713" name="Google Shape;713;p123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