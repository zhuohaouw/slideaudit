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jpg"/></Relationships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0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Fermi Paradox: The Great Silence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is the contradiction between the high probability of extraterrestrial life and the lack of evidence for it.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With such high probability, where is everybody?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paradox has sparked numerous hypotheses and scientific inquiries.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18" name="Google Shape;218;p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