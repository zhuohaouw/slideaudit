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Tomorrow's Tech: Crazy Inventions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Brain-Computer Interfaces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Contact Lenses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Holographic Displays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Shapeshifting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Self-Healing Materials</a:t>
            </a:r>
            <a:endParaRPr/>
          </a:p>
        </p:txBody>
      </p:sp>
      <p:pic>
        <p:nvPicPr>
          <p:cNvPr id="260" name="Google Shape;260;p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029700" cy="4029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