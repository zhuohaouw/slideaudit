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70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70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25" r:id="rId7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75" Type="http://schemas.openxmlformats.org/officeDocument/2006/relationships/slide" Target="slides/slide7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331bfb8c82e_1_1864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62.jpg"/></Relationships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94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Mind-Blowing Optical Illusions</a:t>
            </a:r>
            <a:endParaRPr/>
          </a:p>
        </p:txBody>
      </p:sp>
      <p:sp>
        <p:nvSpPr>
          <p:cNvPr id="540" name="Google Shape;540;p94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Ames Room Illusion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The Dress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Müller-Lyer Illusion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Rotating Snakes Illusion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The Ponzo Illusion</a:t>
            </a:r>
            <a:endParaRPr/>
          </a:p>
        </p:txBody>
      </p:sp>
      <p:pic>
        <p:nvPicPr>
          <p:cNvPr id="541" name="Google Shape;541;p94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96000" y="0"/>
            <a:ext cx="5148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