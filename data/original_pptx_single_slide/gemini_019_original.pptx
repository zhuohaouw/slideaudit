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74" r:id="rId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4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31bfb8c82e_1_45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jpg"/></Relationships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3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Animal Communication 🗣️</a:t>
            </a:r>
            <a:endParaRPr/>
          </a:p>
        </p:txBody>
      </p:sp>
      <p:sp>
        <p:nvSpPr>
          <p:cNvPr id="226" name="Google Shape;226;p43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fontScale="77500" lnSpcReduction="200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Animals use various methods to communicate with each other.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Visual cues include body language, facial expressions, and coloration.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Auditory signals include vocalizations like calls, barks, and songs.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Chemical communication involves pheromones and scents.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Tactile communication includes touch and grooming.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These methods convey important information about territory, mating, and danger.</a:t>
            </a:r>
            <a:endParaRPr/>
          </a:p>
        </p:txBody>
      </p:sp>
      <p:pic>
        <p:nvPicPr>
          <p:cNvPr id="227" name="Google Shape;227;p43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