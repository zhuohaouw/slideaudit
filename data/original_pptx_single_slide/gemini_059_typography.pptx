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4" r:id="rId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4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p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9.jpg"/></Relationships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555"/>
              <a:buNone/>
            </a:pPr>
            <a:r>
              <a:rPr lang="zh-CN" sz="2000">
                <a:latin typeface="Courier New"/>
                <a:ea typeface="Courier New"/>
                <a:cs typeface="Courier New"/>
                <a:sym typeface="Courier New"/>
              </a:rPr>
              <a:t>Earworms: Why Songs Get Stuck In Your Head</a:t>
            </a:r>
            <a:endParaRPr/>
          </a:p>
        </p:txBody>
      </p:sp>
      <p:sp>
        <p:nvSpPr>
          <p:cNvPr id="533" name="Google Shape;533;p8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brains love patterns and repetition.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Catchy melodies and rhythms are easy for our brains to remember.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If a song triggers emotions or memories, it is more likely to stick.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Stress and boredom can increase the likelihood of earworms.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Earworms may be a way for our brains to stay busy.</a:t>
            </a:r>
            <a:endParaRPr/>
          </a:p>
        </p:txBody>
      </p:sp>
      <p:pic>
        <p:nvPicPr>
          <p:cNvPr id="534" name="Google Shape;534;p8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