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2" r:id="rId18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2" Type="http://schemas.openxmlformats.org/officeDocument/2006/relationships/slide" Target="slides/slide17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17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1" name="Google Shape;1351;p17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145.jpg"/></Relationships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201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Soap and Hygiene Evolution</a:t>
            </a:r>
            <a:endParaRPr/>
          </a:p>
        </p:txBody>
      </p:sp>
      <p:sp>
        <p:nvSpPr>
          <p:cNvPr id="1354" name="Google Shape;1354;p201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0000"/>
          </a:bodyPr>
          <a:lstStyle/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Ancient Civilizations: Basic soaps made from animal fats and ashes.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Middle Ages: Soapmaking guilds established, but soap remained a luxury item.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19th Century: Industrial Revolution led to mass soap production and improved hygiene.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20th Century: Soap became commonplace, leading to significant public health advancements.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Today: Soap and hygiene are essential for preventing disease and maintaining health.</a:t>
            </a:r>
            <a:endParaRPr/>
          </a:p>
        </p:txBody>
      </p:sp>
      <p:pic>
        <p:nvPicPr>
          <p:cNvPr id="1355" name="Google Shape;1355;p20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7800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