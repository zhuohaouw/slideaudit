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05" r:id="rId5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55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4" name="Google Shape;464;p5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9.jpg"/></Relationships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74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Science Behind Déjà Vu</a:t>
            </a:r>
            <a:endParaRPr/>
          </a:p>
        </p:txBody>
      </p:sp>
      <p:sp>
        <p:nvSpPr>
          <p:cNvPr id="467" name="Google Shape;467;p74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Déjà vu: feeling of familiarity in a new situation.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Theories: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Dual Processing: slight delay in neural pathways creates illusion of familiarity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Prior Unconscious Experience: similar past experience, but not consciously remembered.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Neurological Disorder: linked to epilepsy</a:t>
            </a:r>
            <a:endParaRPr/>
          </a:p>
        </p:txBody>
      </p:sp>
      <p:pic>
        <p:nvPicPr>
          <p:cNvPr id="468" name="Google Shape;468;p7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7800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