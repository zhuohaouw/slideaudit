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1bfb8c82e_1_2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Technologies: Disrupting the Status Quo</a:t>
            </a:r>
            <a:endParaRPr/>
          </a:p>
        </p:txBody>
      </p:sp>
      <p:sp>
        <p:nvSpPr>
          <p:cNvPr id="180" name="Google Shape;180;p3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(AI) and Machine Learning (ML)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Quantum Computing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Blockchain 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of Things (IoT)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3D Printing and Additive Manufacturing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Editing and Biotechnology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Renewable Energy and 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