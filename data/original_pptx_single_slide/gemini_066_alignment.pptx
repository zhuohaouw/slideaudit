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1" r:id="rId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1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9" name="Google Shape;579;p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3.jpg"/></Relationships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0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of Laughter</a:t>
            </a:r>
            <a:endParaRPr/>
          </a:p>
        </p:txBody>
      </p:sp>
      <p:sp>
        <p:nvSpPr>
          <p:cNvPr id="582" name="Google Shape;582;p90"/>
          <p:cNvSpPr txBox="1"/>
          <p:nvPr>
            <p:ph idx="1" type="body"/>
          </p:nvPr>
        </p:nvSpPr>
        <p:spPr>
          <a:xfrm>
            <a:off x="5925300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Laughter is a physiological response to humor.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involves multiple brain regions and muscle groups.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Laughter triggers the release of endorphins, promoting a sense of well-being.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benefits include strengthening bonds and signaling acceptance.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May have evolved to signal non-threat and promote social cohesion.</a:t>
            </a:r>
            <a:endParaRPr/>
          </a:p>
        </p:txBody>
      </p:sp>
      <p:pic>
        <p:nvPicPr>
          <p:cNvPr id="583" name="Google Shape;583;p9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