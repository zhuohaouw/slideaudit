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7" r:id="rId1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7" Type="http://schemas.openxmlformats.org/officeDocument/2006/relationships/slide" Target="slides/slide1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7" name="Google Shape;967;p1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04.jpg"/></Relationships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46"/>
          <p:cNvSpPr txBox="1"/>
          <p:nvPr>
            <p:ph type="title"/>
          </p:nvPr>
        </p:nvSpPr>
        <p:spPr>
          <a:xfrm>
            <a:off x="384006" y="329157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Extraterrestrial Civilizations 👽</a:t>
            </a:r>
            <a:endParaRPr/>
          </a:p>
        </p:txBody>
      </p:sp>
      <p:sp>
        <p:nvSpPr>
          <p:cNvPr id="970" name="Google Shape;970;p14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Hypothetical existence of advanced societies beyond Earth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 probability due to vast number of planets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Search focuses on habitable zones with potential for liquid water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SETI (Search for Extraterrestrial Intelligence) uses radio telescopes to listen for signals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vast distances and potential for misinterpretation</a:t>
            </a:r>
            <a:endParaRPr/>
          </a:p>
        </p:txBody>
      </p:sp>
      <p:pic>
        <p:nvPicPr>
          <p:cNvPr id="971" name="Google Shape;971;p1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