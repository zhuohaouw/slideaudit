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5" r:id="rId8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5" Type="http://schemas.openxmlformats.org/officeDocument/2006/relationships/slide" Target="slides/slide8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8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6" name="Google Shape;676;p8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04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Dream Psychology 101</a:t>
            </a:r>
            <a:endParaRPr/>
          </a:p>
        </p:txBody>
      </p:sp>
      <p:sp>
        <p:nvSpPr>
          <p:cNvPr id="679" name="Google Shape;679;p104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1" lang="zh-CN" u="none"/>
              <a:t>Dreams are a window into the unconscious mind.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1" lang="zh-CN" u="none"/>
              <a:t>COMMON DREAM SYMBOLS INCLUDE: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1" lang="zh-CN" u="none"/>
              <a:t>Falling: Fear of failure or loss of control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0" lang="zh-CN" u="none"/>
              <a:t>Flying: Freedom or escape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0" lang="zh-CN" u="none"/>
              <a:t>WATER: SUBCONSCIOUS OR EMOTIONS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0" lang="zh-CN" u="sng"/>
              <a:t>Being Chased: Anxiety or avoidance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1" lang="zh-CN" u="none"/>
              <a:t>Death: Transformation or rebirth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