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7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7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7.jpg"/></Relationships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6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Alternative Energy: The Future of Power</a:t>
            </a:r>
            <a:endParaRPr/>
          </a:p>
        </p:txBody>
      </p:sp>
      <p:sp>
        <p:nvSpPr>
          <p:cNvPr id="481" name="Google Shape;481;p76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Solar and wind power are experiencing rapid cost declines.</a:t>
            </a:r>
            <a:endParaRPr/>
          </a:p>
        </p:txBody>
      </p:sp>
      <p:sp>
        <p:nvSpPr>
          <p:cNvPr id="482" name="Google Shape;482;p76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Solar and wind are now the cheapest sources of new energy generation.</a:t>
            </a:r>
            <a:endParaRPr/>
          </a:p>
        </p:txBody>
      </p:sp>
      <p:sp>
        <p:nvSpPr>
          <p:cNvPr id="483" name="Google Shape;483;p76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0" i="1" lang="zh-CN" u="none">
                <a:solidFill>
                  <a:srgbClr val="9B5A3C"/>
                </a:solidFill>
              </a:rPr>
              <a:t>The potential of solar and wind is vast, exceeding current and future global energy needs.</a:t>
            </a:r>
            <a:endParaRPr/>
          </a:p>
        </p:txBody>
      </p:sp>
      <p:sp>
        <p:nvSpPr>
          <p:cNvPr id="484" name="Google Shape;484;p76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Alternative energy sources could meet the world's energy demand 100 times over.</a:t>
            </a:r>
            <a:endParaRPr/>
          </a:p>
        </p:txBody>
      </p:sp>
      <p:pic>
        <p:nvPicPr>
          <p:cNvPr id="485" name="Google Shape;485;p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