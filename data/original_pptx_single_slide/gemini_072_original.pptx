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7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7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31bfb8c82e_1_19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1.jpg"/></Relationships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6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Prediction of Natural Disasters</a:t>
            </a:r>
            <a:endParaRPr/>
          </a:p>
        </p:txBody>
      </p:sp>
      <p:sp>
        <p:nvSpPr>
          <p:cNvPr id="552" name="Google Shape;552;p96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Animals can sense changes in the environment before humans.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may detect changes in air pressure, seismic activity, or electromagnetic fields.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Abnormal animal behavior can be a warning sign of impending natural disasters.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Paying attention to animal behavior could save lives.</a:t>
            </a:r>
            <a:endParaRPr/>
          </a:p>
        </p:txBody>
      </p:sp>
      <p:pic>
        <p:nvPicPr>
          <p:cNvPr id="553" name="Google Shape;553;p9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