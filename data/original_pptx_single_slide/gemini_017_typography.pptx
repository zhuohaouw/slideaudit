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7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272" r:id="rId2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22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7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8" name="Google Shape;228;p17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8.jpg"/></Relationships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41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zh-CN"/>
              <a:t>Renewable Energy Sources ♻️ ☀️ 💨 💧</a:t>
            </a:r>
            <a:endParaRPr/>
          </a:p>
        </p:txBody>
      </p:sp>
      <p:sp>
        <p:nvSpPr>
          <p:cNvPr id="231" name="Google Shape;231;p41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 sz="4000"/>
              <a:t>Solar Power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 sz="1200"/>
              <a:t>Wind Power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 sz="2000"/>
              <a:t>Hydropower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 sz="1600"/>
              <a:t>Geothermal Energy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 sz="1000"/>
              <a:t>Biomass Energy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 sz="1600"/>
              <a:t>Ocean Energy</a:t>
            </a:r>
            <a:endParaRPr/>
          </a:p>
        </p:txBody>
      </p:sp>
      <p:pic>
        <p:nvPicPr>
          <p:cNvPr id="232" name="Google Shape;232;p41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