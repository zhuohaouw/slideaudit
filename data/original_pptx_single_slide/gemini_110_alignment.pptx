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5" r:id="rId1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5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4" name="Google Shape;884;p1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34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of Productivity</a:t>
            </a:r>
            <a:endParaRPr/>
          </a:p>
        </p:txBody>
      </p:sp>
      <p:sp>
        <p:nvSpPr>
          <p:cNvPr id="887" name="Google Shape;887;p134"/>
          <p:cNvSpPr txBox="1"/>
          <p:nvPr>
            <p:ph idx="1" type="body"/>
          </p:nvPr>
        </p:nvSpPr>
        <p:spPr>
          <a:xfrm>
            <a:off x="37992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Science of Productivity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Management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Pomodoro Technique - 25 min work, 5 min break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Task Prioritization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Eisenhower Box - Urgent/Important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Goal Setting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SMART Goals - Specific, Measurable, Achievable, Relevant, Time-Bound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