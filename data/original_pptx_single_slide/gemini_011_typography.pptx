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Future Technologies: Disrupting the Status Quo</a:t>
            </a:r>
            <a:endParaRPr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(AI) and Machine Learning (ML)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Quantum Computing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Blockchain 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of Things (IoT)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3D Printing and Additive Manufacturing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Editing and Biotechnology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Renewable Energy and Sustainability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