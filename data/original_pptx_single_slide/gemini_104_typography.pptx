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9" r:id="rId10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9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3" name="Google Shape;843;p10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87.jpg"/></Relationships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2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4444"/>
              <a:buNone/>
            </a:pPr>
            <a:r>
              <a:rPr lang="zh-CN" sz="1600"/>
              <a:t>Forensic Science and Crime Solving</a:t>
            </a:r>
            <a:endParaRPr/>
          </a:p>
        </p:txBody>
      </p:sp>
      <p:sp>
        <p:nvSpPr>
          <p:cNvPr id="846" name="Google Shape;846;p12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science applies scientific methods and techniques to investigate crimes.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helps identify criminals, victims, and crime scenes.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Evidence collected can include fingerprints, DNA, blood, and other bodily fluids.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Ballistics and trace evidence also provide valuable clues.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Forensic experts analyze evidence and provide testimony in court.</a:t>
            </a:r>
            <a:endParaRPr/>
          </a:p>
        </p:txBody>
      </p:sp>
      <p:pic>
        <p:nvPicPr>
          <p:cNvPr id="847" name="Google Shape;847;p1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