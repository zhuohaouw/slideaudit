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6" r:id="rId1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6" Type="http://schemas.openxmlformats.org/officeDocument/2006/relationships/slide" Target="slides/slide1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0" name="Google Shape;960;p1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11.jpg"/></Relationships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Evolution of Accents 🗣️</a:t>
            </a:r>
            <a:endParaRPr/>
          </a:p>
        </p:txBody>
      </p:sp>
      <p:sp>
        <p:nvSpPr>
          <p:cNvPr id="963" name="Google Shape;963;p1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developed due to geographical and social factors.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We pick up speech patterns and pronunciation from those around 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can change due to migration, media exposure, and social mobility.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Young people are more likely to adopt new speech patterns.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Accents are constantly evolving and can be markers of identity.</a:t>
            </a:r>
            <a:endParaRPr/>
          </a:p>
        </p:txBody>
      </p:sp>
      <p:pic>
        <p:nvPicPr>
          <p:cNvPr id="964" name="Google Shape;964;p1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