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5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jpg"/></Relationships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type="title"/>
          </p:nvPr>
        </p:nvSpPr>
        <p:spPr>
          <a:xfrm>
            <a:off x="279345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Quantum Computing Revolution</a:t>
            </a:r>
            <a:endParaRPr/>
          </a:p>
        </p:txBody>
      </p:sp>
      <p:sp>
        <p:nvSpPr>
          <p:cNvPr id="252" name="Google Shape;252;p4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computers leverage qubits, which can represent 0, 1, or both states simultaneously.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exponentially faster computations compared to classical computers.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computing has the potential to revolutionize fields like drug discovery, materials science, and cryptography.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qubit instability and the need for extremely low temperatures.</a:t>
            </a:r>
            <a:endParaRPr/>
          </a:p>
        </p:txBody>
      </p:sp>
      <p:pic>
        <p:nvPicPr>
          <p:cNvPr id="253" name="Google Shape;253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