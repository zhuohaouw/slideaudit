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0" r:id="rId6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0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31bfb8c82e_1_147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7.jpg"/></Relationships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Caffeine's Effects: Brain &amp; Body</a:t>
            </a:r>
            <a:endParaRPr/>
          </a:p>
        </p:txBody>
      </p:sp>
      <p:sp>
        <p:nvSpPr>
          <p:cNvPr id="450" name="Google Shape;450;p7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Stimulates the central nervous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Increases alertness and wakefulness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Can improve mood and cognitive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May cause anxiety, jitters, and insomnia in some individuals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High doses can lead to serious health problems</a:t>
            </a:r>
            <a:endParaRPr/>
          </a:p>
        </p:txBody>
      </p:sp>
      <p:pic>
        <p:nvPicPr>
          <p:cNvPr id="451" name="Google Shape;451;p7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