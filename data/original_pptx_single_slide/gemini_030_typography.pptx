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5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jpg"/></Relationships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4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Genetic Engineering Breakthroughs</a:t>
            </a:r>
            <a:endParaRPr/>
          </a:p>
        </p:txBody>
      </p:sp>
      <p:sp>
        <p:nvSpPr>
          <p:cNvPr id="322" name="Google Shape;322;p54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sng">
                <a:latin typeface="Comic Sans MS"/>
                <a:ea typeface="Comic Sans MS"/>
                <a:cs typeface="Comic Sans MS"/>
                <a:sym typeface="Comic Sans MS"/>
              </a:rPr>
              <a:t>CRISPR-Cas9: Revolutionary gene editing tool.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i="0" lang="zh-CN" u="none">
                <a:latin typeface="Verdana"/>
                <a:ea typeface="Verdana"/>
                <a:cs typeface="Verdana"/>
                <a:sym typeface="Verdana"/>
              </a:rPr>
              <a:t>Gene Therapy: Corrects or replaces faulty genes.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0" lang="zh-CN" u="sng">
                <a:latin typeface="Arial"/>
                <a:ea typeface="Arial"/>
                <a:cs typeface="Arial"/>
                <a:sym typeface="Arial"/>
              </a:rPr>
              <a:t>Personalized Medicine: Tailored treatments based on genetics.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sng">
                <a:latin typeface="Comic Sans MS"/>
                <a:ea typeface="Comic Sans MS"/>
                <a:cs typeface="Comic Sans MS"/>
                <a:sym typeface="Comic Sans MS"/>
              </a:rPr>
              <a:t>GMOs: Enhanced crops and livestock for food production.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i="1" lang="zh-CN" u="sng">
                <a:latin typeface="Times New Roman"/>
                <a:ea typeface="Times New Roman"/>
                <a:cs typeface="Times New Roman"/>
                <a:sym typeface="Times New Roman"/>
              </a:rPr>
              <a:t>Cloning: Replicating organisms for research and medicine.</a:t>
            </a:r>
            <a:endParaRPr/>
          </a:p>
        </p:txBody>
      </p:sp>
      <p:pic>
        <p:nvPicPr>
          <p:cNvPr id="323" name="Google Shape;323;p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