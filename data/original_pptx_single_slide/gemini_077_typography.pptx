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7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77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332" r:id="rId82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82" Type="http://schemas.openxmlformats.org/officeDocument/2006/relationships/slide" Target="slides/slide7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7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7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3" name="Shape 6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4" name="Google Shape;654;p77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55" name="Google Shape;655;p77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14" name="Google Shape;14;p3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8" name="Google Shape;18;p4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5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26" name="Google Shape;26;p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28" name="Google Shape;28;p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7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p7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6" name="Google Shape;36;p8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40" name="Google Shape;40;p9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2" name="Google Shape;42;p9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" name="Google Shape;43;p9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46" name="Google Shape;46;p10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8" name="Google Shape;48;p10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1" name="Google Shape;51;p11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1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1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1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p11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58" name="Google Shape;58;p11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" name="Google Shape;59;p11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" name="Google Shape;60;p11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" name="Google Shape;61;p11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11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1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66" name="Google Shape;66;p12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2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2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2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3" name="Google Shape;73;p12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2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0" name="Google Shape;80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1" name="Google Shape;81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4" name="Google Shape;8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7" name="Google Shape;8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8" name="Google Shape;8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2" name="Google Shape;92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3" name="Google Shape;9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0" name="Google Shape;10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3" name="Google Shape;10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07" name="Google Shape;107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8" name="Google Shape;108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9" name="Google Shape;10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7.xml"/><Relationship Id="rId3" Type="http://schemas.openxmlformats.org/officeDocument/2006/relationships/image" Target="../media/image58.jpg"/></Relationships>
</file>

<file path=ppt/slides/slide7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6" name="Shape 6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7" name="Google Shape;657;p101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zh-CN"/>
              <a:t>Pirates: Myths vs. Reality</a:t>
            </a:r>
            <a:endParaRPr/>
          </a:p>
        </p:txBody>
      </p:sp>
      <p:sp>
        <p:nvSpPr>
          <p:cNvPr id="658" name="Google Shape;658;p101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 fontScale="85000" lnSpcReduction="20000"/>
          </a:bodyPr>
          <a:lstStyle/>
          <a:p>
            <a:pPr indent="-32575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 sz="2000"/>
              <a:t>Piracy thrived during the 17th and 18th centuries.</a:t>
            </a:r>
            <a:endParaRPr/>
          </a:p>
          <a:p>
            <a:pPr indent="-32575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 sz="2000"/>
              <a:t>Golden Age pirates operated in the Caribbean and Atlantic.</a:t>
            </a:r>
            <a:endParaRPr/>
          </a:p>
          <a:p>
            <a:pPr indent="-325754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 sz="1600"/>
              <a:t>Piracy's history is shrouded in myth and romanticization.</a:t>
            </a:r>
            <a:endParaRPr/>
          </a:p>
          <a:p>
            <a:pPr indent="-32575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 sz="4000"/>
              <a:t>Reality: Pirate life was brutal, short, and filled with disease.</a:t>
            </a:r>
            <a:endParaRPr/>
          </a:p>
          <a:p>
            <a:pPr indent="-32575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 sz="1200"/>
              <a:t>Buried treasure and walking the plank are largely myths.</a:t>
            </a:r>
            <a:endParaRPr/>
          </a:p>
          <a:p>
            <a:pPr indent="-325754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 sz="1600"/>
              <a:t>Pirates did have democratic systems and codes of conduct.</a:t>
            </a:r>
            <a:endParaRPr/>
          </a:p>
        </p:txBody>
      </p:sp>
      <p:pic>
        <p:nvPicPr>
          <p:cNvPr id="659" name="Google Shape;659;p101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