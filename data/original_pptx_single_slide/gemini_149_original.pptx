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4" r:id="rId1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4" Type="http://schemas.openxmlformats.org/officeDocument/2006/relationships/slide" Target="slides/slide1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31bfb8c82e_1_38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20.jpg"/></Relationships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7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Writing ✍️ 📖</a:t>
            </a:r>
            <a:endParaRPr/>
          </a:p>
        </p:txBody>
      </p:sp>
      <p:sp>
        <p:nvSpPr>
          <p:cNvPr id="1006" name="Google Shape;1006;p17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Pictograms: Symbols representing objects, earliest form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Ideograms: Symbols representing abstract ideas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Logographic: Symbols representing words or morphemes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Syllabic: Symbols representing syllables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Alphabetic: Symbols representing individual sounds</a:t>
            </a:r>
            <a:endParaRPr/>
          </a:p>
        </p:txBody>
      </p:sp>
      <p:pic>
        <p:nvPicPr>
          <p:cNvPr id="1007" name="Google Shape;1007;p17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