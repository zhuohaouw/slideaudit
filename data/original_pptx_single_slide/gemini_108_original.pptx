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3" r:id="rId1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3" Type="http://schemas.openxmlformats.org/officeDocument/2006/relationships/slide" Target="slides/slide10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31bfb8c82e_1_283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8.xml"/></Relationships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132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Cave Paintings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Written Language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Printing Press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Telegraph and Telephone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Radio and Television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Internet and Social Media</a:t>
            </a:r>
            <a:endParaRPr/>
          </a:p>
        </p:txBody>
      </p:sp>
      <p:sp>
        <p:nvSpPr>
          <p:cNvPr id="766" name="Google Shape;766;p132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Evolution of Communication 🗣️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