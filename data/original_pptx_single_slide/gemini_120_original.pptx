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5" r:id="rId1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5" Type="http://schemas.openxmlformats.org/officeDocument/2006/relationships/slide" Target="slides/slide1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31bfb8c82e_1_31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06.jpg"/></Relationships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4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Benefits of Laughter</a:t>
            </a:r>
            <a:endParaRPr/>
          </a:p>
        </p:txBody>
      </p:sp>
      <p:sp>
        <p:nvSpPr>
          <p:cNvPr id="836" name="Google Shape;836;p144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Reduces stress hormones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Boosts immunity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Decreases pain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Improves mood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Promotes social bonding</a:t>
            </a:r>
            <a:endParaRPr/>
          </a:p>
        </p:txBody>
      </p:sp>
      <p:pic>
        <p:nvPicPr>
          <p:cNvPr id="837" name="Google Shape;837;p14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