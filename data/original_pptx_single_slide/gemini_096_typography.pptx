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1" r:id="rId10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1" Type="http://schemas.openxmlformats.org/officeDocument/2006/relationships/slide" Target="slides/slide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7" name="Google Shape;787;p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75.jpg"/></Relationships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2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Science of Thrill 🎢</a:t>
            </a:r>
            <a:endParaRPr/>
          </a:p>
        </p:txBody>
      </p:sp>
      <p:sp>
        <p:nvSpPr>
          <p:cNvPr id="790" name="Google Shape;790;p12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D4BD18"/>
                </a:solidFill>
                <a:latin typeface="Comic Sans MS"/>
                <a:ea typeface="Comic Sans MS"/>
                <a:cs typeface="Comic Sans MS"/>
                <a:sym typeface="Comic Sans MS"/>
              </a:rPr>
              <a:t>Roller coasters manipulate physics to create thrills.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683904"/>
                </a:solidFill>
                <a:latin typeface="Arial"/>
                <a:ea typeface="Arial"/>
                <a:cs typeface="Arial"/>
                <a:sym typeface="Arial"/>
              </a:rPr>
              <a:t>Physics concepts at play: gravity, potential energy, kinetic energy, and momentum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3609A0"/>
                </a:solidFill>
                <a:latin typeface="Arial"/>
                <a:ea typeface="Arial"/>
                <a:cs typeface="Arial"/>
                <a:sym typeface="Arial"/>
              </a:rPr>
              <a:t>G-forces and rapid changes in speed are what make the rides feel so thrilling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B6C7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sense of weightlessness and excitement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023A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Roller coaster designs carefully balance these forces for safety and enjoyment.</a:t>
            </a:r>
            <a:endParaRPr/>
          </a:p>
        </p:txBody>
      </p:sp>
      <p:pic>
        <p:nvPicPr>
          <p:cNvPr id="791" name="Google Shape;791;p1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