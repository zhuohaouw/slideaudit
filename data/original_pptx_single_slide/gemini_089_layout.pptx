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4" r:id="rId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4" Type="http://schemas.openxmlformats.org/officeDocument/2006/relationships/slide" Target="slides/slide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p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3.jpg"/></Relationships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1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Optical Illusions Explained</a:t>
            </a:r>
            <a:endParaRPr/>
          </a:p>
        </p:txBody>
      </p:sp>
      <p:sp>
        <p:nvSpPr>
          <p:cNvPr id="741" name="Google Shape;741;p11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Optical illusions deceive our brains by exploiting how we perceive visual information.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make assumptions about what we see based on past experiences and context.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Illusions manipulate these assumptions, leading to misinterpretations.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can distort size, shape, color, and movement.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Ames Room Illusion and the Muller-Lyer Illusion.</a:t>
            </a:r>
            <a:endParaRPr/>
          </a:p>
        </p:txBody>
      </p:sp>
      <p:pic>
        <p:nvPicPr>
          <p:cNvPr id="742" name="Google Shape;742;p1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