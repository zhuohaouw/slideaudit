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8" r:id="rId1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8" Type="http://schemas.openxmlformats.org/officeDocument/2006/relationships/slide" Target="slides/slide1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4" name="Google Shape;974;p1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08.jpg"/></Relationships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47"/>
          <p:cNvSpPr txBox="1"/>
          <p:nvPr>
            <p:ph type="title"/>
          </p:nvPr>
        </p:nvSpPr>
        <p:spPr>
          <a:xfrm>
            <a:off x="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Animal Mating Rituals 짝짓기</a:t>
            </a:r>
            <a:endParaRPr/>
          </a:p>
        </p:txBody>
      </p:sp>
      <p:sp>
        <p:nvSpPr>
          <p:cNvPr id="977" name="Google Shape;977;p147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Competition for mates can lead to elaborate displays.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displays can include dances, vocalizations, and physical combat.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Some animals offer gifts to potential mates to win them over.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Mating rituals help ensure successful reproduction.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also help to maintain genetic diversity within a species.</a:t>
            </a:r>
            <a:endParaRPr/>
          </a:p>
        </p:txBody>
      </p:sp>
      <p:pic>
        <p:nvPicPr>
          <p:cNvPr id="978" name="Google Shape;978;p1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