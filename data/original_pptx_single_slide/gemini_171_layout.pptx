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6" r:id="rId1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6" Type="http://schemas.openxmlformats.org/officeDocument/2006/relationships/slide" Target="slides/slide1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0" name="Google Shape;1310;p1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54.jpg"/></Relationships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9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Unsolved Treasure Mysteries</a:t>
            </a:r>
            <a:endParaRPr/>
          </a:p>
        </p:txBody>
      </p:sp>
      <p:sp>
        <p:nvSpPr>
          <p:cNvPr id="1313" name="Google Shape;1313;p195"/>
          <p:cNvSpPr txBox="1"/>
          <p:nvPr>
            <p:ph idx="1" type="body"/>
          </p:nvPr>
        </p:nvSpPr>
        <p:spPr>
          <a:xfrm>
            <a:off x="2874440" y="1504586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Beale Ciphers (1885)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Oak Island Money Pit (1795)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Lima's Lost Treasure ($60 Million)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Lost Fabergé Eggs (1917)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Forrest Fenn's Treasure ($1-3 Million)</a:t>
            </a:r>
            <a:endParaRPr/>
          </a:p>
        </p:txBody>
      </p:sp>
      <p:pic>
        <p:nvPicPr>
          <p:cNvPr id="1314" name="Google Shape;1314;p1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