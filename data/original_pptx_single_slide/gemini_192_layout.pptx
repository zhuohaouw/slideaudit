
<file path=[Content_Types].xml><?xml version="1.0" encoding="utf-8"?>
<Types xmlns="http://schemas.openxmlformats.org/package/2006/content-types">
  <Default Extension="jpg" ContentType="image/jpeg"/>
  <Default Extension="rels" ContentType="application/vnd.openxmlformats-package.relationships+xml"/>
  <Default Extension="xml" ContentType="application/xml"/>
  <Override PartName="/ppt/notesMasters/notesMaster1.xml" ContentType="application/vnd.openxmlformats-officedocument.presentationml.notesMaster+xml"/>
  <Override PartName="/ppt/notesSlides/notesSlide192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slideLayout18.xml" ContentType="application/vnd.openxmlformats-officedocument.presentationml.slideLayout+xml"/>
  <Override PartName="/ppt/slideLayouts/slideLayout19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20.xml" ContentType="application/vnd.openxmlformats-officedocument.presentationml.slideLayout+xml"/>
  <Override PartName="/ppt/slideLayouts/slideLayout21.xml" ContentType="application/vnd.openxmlformats-officedocument.presentationml.slideLayout+xml"/>
  <Override PartName="/ppt/slideLayouts/slideLayout22.xml" ContentType="application/vnd.openxmlformats-officedocument.presentationml.slideLayout+xml"/>
  <Override PartName="/ppt/slideLayouts/slideLayout23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92.xml" ContentType="application/vnd.openxmlformats-officedocument.presentationml.slide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autoCompressPictures="0" strictFirstAndLastChars="0" saveSubsetFonts="1">
  <p:sldMasterIdLst>
    <p:sldMasterId id="2147483671" r:id="rId4"/>
  </p:sldMasterIdLst>
  <p:notesMasterIdLst>
    <p:notesMasterId r:id="rId5"/>
  </p:notesMasterIdLst>
  <p:sldIdLst>
    <p:sldId id="447" r:id="rId197"/>
  </p:sldIdLst>
  <p:sldSz cy="5143500" cx="9144000"/>
  <p:notesSz cx="6858000" cy="9144000"/>
  <p:defaultText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>
        <p15:guide id="1" orient="horz" pos="1620">
          <p15:clr>
            <a:srgbClr val="747775"/>
          </p15:clr>
        </p15:guide>
        <p15:guide id="2" pos="2880">
          <p15:clr>
            <a:srgbClr val="747775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/>
</file>

<file path=ppt/viewProps.xml><?xml version="1.0" encoding="utf-8"?>
<p:view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Comments="0">
  <p:slideViewPr>
    <p:cSldViewPr snapToGrid="0">
      <p:cViewPr varScale="1">
        <p:scale>
          <a:sx n="100" d="100"/>
          <a:sy n="100" d="100"/>
        </p:scale>
        <p:origin x="0" y="0"/>
      </p:cViewPr>
      <p:guideLst>
        <p:guide pos="1620" orient="horz"/>
        <p:guide pos="2880"/>
      </p:guideLst>
    </p:cSldViewPr>
  </p:slideViewPr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theme" Target="theme/theme1.xml"/><Relationship Id="rId2" Type="http://schemas.openxmlformats.org/officeDocument/2006/relationships/viewProps" Target="viewProps.xml"/><Relationship Id="rId3" Type="http://schemas.openxmlformats.org/officeDocument/2006/relationships/presProps" Target="presProps.xml"/><Relationship Id="rId4" Type="http://schemas.openxmlformats.org/officeDocument/2006/relationships/slideMaster" Target="slideMasters/slideMaster1.xml"/><Relationship Id="rId5" Type="http://schemas.openxmlformats.org/officeDocument/2006/relationships/notesMaster" Target="notesMasters/notesMaster1.xml"/><Relationship Id="rId197" Type="http://schemas.openxmlformats.org/officeDocument/2006/relationships/slide" Target="slides/slide192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/>
          <p:nvPr>
            <p:ph idx="2" type="sldImg"/>
          </p:nvPr>
        </p:nvSpPr>
        <p:spPr>
          <a:xfrm>
            <a:off x="381300" y="685800"/>
            <a:ext cx="609607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4" name="Google Shape;4;n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298450" lvl="0" marL="457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●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-298450" lvl="1" marL="9144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○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-298450" lvl="2" marL="13716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■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-298450" lvl="3" marL="18288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●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-298450" lvl="4" marL="22860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○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-298450" lvl="5" marL="2743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■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-298450" lvl="6" marL="32004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●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-298450" lvl="7" marL="36576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○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-298450" lvl="8" marL="41148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■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</p:spTree>
  </p:cSld>
  <p:clrMap accent1="accent1" accent2="accent2" accent3="accent3" accent4="accent4" accent5="accent5" accent6="accent6" bg1="lt1" bg2="dk2" tx1="dk1" tx2="lt2" folHlink="folHlink" hlink="hlink"/>
  <p:notes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9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notesSlide19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452" name="Shape 145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53" name="Google Shape;1453;p192:notes"/>
          <p:cNvSpPr txBox="1"/>
          <p:nvPr>
            <p:ph idx="1" type="body"/>
          </p:nvPr>
        </p:nvSpPr>
        <p:spPr>
          <a:xfrm>
            <a:off x="2286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  <p:sp>
        <p:nvSpPr>
          <p:cNvPr id="1454" name="Google Shape;1454;p192:notes"/>
          <p:cNvSpPr/>
          <p:nvPr>
            <p:ph idx="2" type="sldImg"/>
          </p:nvPr>
        </p:nvSpPr>
        <p:spPr>
          <a:xfrm>
            <a:off x="381300" y="685800"/>
            <a:ext cx="609607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Generated Slide LB_1_1_0_A">
  <p:cSld name="TITLE_AND_BODY_1_1_1_1">
    <p:spTree>
      <p:nvGrpSpPr>
        <p:cNvPr id="9" name="Shape 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Google Shape;10;p2"/>
          <p:cNvSpPr txBox="1"/>
          <p:nvPr>
            <p:ph type="title"/>
          </p:nvPr>
        </p:nvSpPr>
        <p:spPr>
          <a:xfrm>
            <a:off x="301749" y="310900"/>
            <a:ext cx="2757000" cy="31731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11" name="Google Shape;11;p2"/>
          <p:cNvSpPr txBox="1"/>
          <p:nvPr>
            <p:ph idx="1" type="body"/>
          </p:nvPr>
        </p:nvSpPr>
        <p:spPr>
          <a:xfrm>
            <a:off x="3460800" y="310900"/>
            <a:ext cx="5344800" cy="45264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>
            <a:lvl1pPr indent="-342900" lvl="0" marL="457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Generated Slide 1_1_1_G">
  <p:cSld name="TITLE_AND_BODY_2_1_1_1_1_1_1_1_1">
    <p:spTree>
      <p:nvGrpSpPr>
        <p:cNvPr id="12" name="Shape 1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" name="Google Shape;13;p3"/>
          <p:cNvSpPr/>
          <p:nvPr>
            <p:ph idx="2" type="pic"/>
          </p:nvPr>
        </p:nvSpPr>
        <p:spPr>
          <a:xfrm>
            <a:off x="4233672" y="228600"/>
            <a:ext cx="4690800" cy="4690800"/>
          </a:xfrm>
          <a:prstGeom prst="rect">
            <a:avLst/>
          </a:prstGeom>
          <a:noFill/>
          <a:ln>
            <a:noFill/>
          </a:ln>
        </p:spPr>
      </p:sp>
      <p:sp>
        <p:nvSpPr>
          <p:cNvPr id="14" name="Google Shape;14;p3"/>
          <p:cNvSpPr txBox="1"/>
          <p:nvPr>
            <p:ph type="title"/>
          </p:nvPr>
        </p:nvSpPr>
        <p:spPr>
          <a:xfrm>
            <a:off x="228600" y="228600"/>
            <a:ext cx="3557100" cy="841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15" name="Google Shape;15;p3"/>
          <p:cNvSpPr txBox="1"/>
          <p:nvPr>
            <p:ph idx="1" type="body"/>
          </p:nvPr>
        </p:nvSpPr>
        <p:spPr>
          <a:xfrm>
            <a:off x="228600" y="1600200"/>
            <a:ext cx="3557100" cy="3319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>
            <a:lvl1pPr indent="-342900" lvl="0" marL="457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Generated Slide 1_1_1_C">
  <p:cSld name="TITLE_AND_BODY_2_1_1_1_1">
    <p:spTree>
      <p:nvGrpSpPr>
        <p:cNvPr id="16" name="Shape 1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" name="Google Shape;17;p4"/>
          <p:cNvSpPr/>
          <p:nvPr>
            <p:ph idx="2" type="pic"/>
          </p:nvPr>
        </p:nvSpPr>
        <p:spPr>
          <a:xfrm>
            <a:off x="228600" y="228600"/>
            <a:ext cx="4690800" cy="4690800"/>
          </a:xfrm>
          <a:prstGeom prst="roundRect">
            <a:avLst>
              <a:gd fmla="val 50000" name="adj"/>
            </a:avLst>
          </a:prstGeom>
          <a:noFill/>
          <a:ln>
            <a:noFill/>
          </a:ln>
        </p:spPr>
      </p:sp>
      <p:sp>
        <p:nvSpPr>
          <p:cNvPr id="18" name="Google Shape;18;p4"/>
          <p:cNvSpPr txBox="1"/>
          <p:nvPr>
            <p:ph type="title"/>
          </p:nvPr>
        </p:nvSpPr>
        <p:spPr>
          <a:xfrm>
            <a:off x="5362500" y="640075"/>
            <a:ext cx="3467100" cy="795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19" name="Google Shape;19;p4"/>
          <p:cNvSpPr txBox="1"/>
          <p:nvPr>
            <p:ph idx="1" type="body"/>
          </p:nvPr>
        </p:nvSpPr>
        <p:spPr>
          <a:xfrm>
            <a:off x="5279300" y="1901949"/>
            <a:ext cx="3550200" cy="2697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rmAutofit/>
          </a:bodyPr>
          <a:lstStyle>
            <a:lvl1pPr indent="-342900" lvl="0" marL="457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Generated Slide 1_1_1_D">
  <p:cSld name="TITLE_AND_BODY_2_1_1_1_1_1">
    <p:spTree>
      <p:nvGrpSpPr>
        <p:cNvPr id="20" name="Shape 2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" name="Google Shape;21;p5"/>
          <p:cNvSpPr txBox="1"/>
          <p:nvPr>
            <p:ph type="title"/>
          </p:nvPr>
        </p:nvSpPr>
        <p:spPr>
          <a:xfrm>
            <a:off x="228600" y="804675"/>
            <a:ext cx="3730200" cy="795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22" name="Google Shape;22;p5"/>
          <p:cNvSpPr txBox="1"/>
          <p:nvPr>
            <p:ph idx="1" type="body"/>
          </p:nvPr>
        </p:nvSpPr>
        <p:spPr>
          <a:xfrm>
            <a:off x="228600" y="1901954"/>
            <a:ext cx="3730200" cy="2697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>
            <a:lvl1pPr indent="-342900" lvl="0" marL="457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23" name="Google Shape;23;p5"/>
          <p:cNvSpPr/>
          <p:nvPr>
            <p:ph idx="2" type="pic"/>
          </p:nvPr>
        </p:nvSpPr>
        <p:spPr>
          <a:xfrm>
            <a:off x="4233672" y="228600"/>
            <a:ext cx="4690800" cy="4690800"/>
          </a:xfrm>
          <a:prstGeom prst="round2DiagRect">
            <a:avLst>
              <a:gd fmla="val 16667" name="adj1"/>
              <a:gd fmla="val 0" name="adj2"/>
            </a:avLst>
          </a:prstGeom>
          <a:noFill/>
          <a:ln>
            <a:noFill/>
          </a:ln>
        </p:spPr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Generated Slide 1_1_1_H">
  <p:cSld name="TITLE_AND_BODY_2_1_1_1_1_1_1_1_1_1">
    <p:spTree>
      <p:nvGrpSpPr>
        <p:cNvPr id="24" name="Shape 2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" name="Google Shape;25;p6"/>
          <p:cNvSpPr/>
          <p:nvPr>
            <p:ph idx="2" type="pic"/>
          </p:nvPr>
        </p:nvSpPr>
        <p:spPr>
          <a:xfrm>
            <a:off x="548640" y="1554480"/>
            <a:ext cx="2807100" cy="2807100"/>
          </a:xfrm>
          <a:prstGeom prst="roundRect">
            <a:avLst>
              <a:gd fmla="val 8343" name="adj"/>
            </a:avLst>
          </a:prstGeom>
          <a:noFill/>
          <a:ln>
            <a:noFill/>
          </a:ln>
        </p:spPr>
      </p:sp>
      <p:sp>
        <p:nvSpPr>
          <p:cNvPr id="26" name="Google Shape;26;p6"/>
          <p:cNvSpPr txBox="1"/>
          <p:nvPr>
            <p:ph type="title"/>
          </p:nvPr>
        </p:nvSpPr>
        <p:spPr>
          <a:xfrm>
            <a:off x="548675" y="603500"/>
            <a:ext cx="7923900" cy="6675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27" name="Google Shape;27;p6"/>
          <p:cNvSpPr txBox="1"/>
          <p:nvPr>
            <p:ph idx="1" type="body"/>
          </p:nvPr>
        </p:nvSpPr>
        <p:spPr>
          <a:xfrm>
            <a:off x="3895344" y="1408176"/>
            <a:ext cx="4782300" cy="3090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rmAutofit/>
          </a:bodyPr>
          <a:lstStyle>
            <a:lvl1pPr indent="-342900" lvl="0" marL="457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cxnSp>
        <p:nvCxnSpPr>
          <p:cNvPr id="28" name="Google Shape;28;p6"/>
          <p:cNvCxnSpPr/>
          <p:nvPr/>
        </p:nvCxnSpPr>
        <p:spPr>
          <a:xfrm>
            <a:off x="544200" y="451125"/>
            <a:ext cx="1059900" cy="0"/>
          </a:xfrm>
          <a:prstGeom prst="straightConnector1">
            <a:avLst/>
          </a:prstGeom>
          <a:noFill/>
          <a:ln cap="flat" cmpd="sng" w="9525">
            <a:solidFill>
              <a:srgbClr val="595959"/>
            </a:solidFill>
            <a:prstDash val="solid"/>
            <a:round/>
            <a:headEnd len="sm" w="sm" type="none"/>
            <a:tailEnd len="sm" w="sm" type="none"/>
          </a:ln>
        </p:spPr>
      </p:cxn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Generated Slide 1_1_1_F">
  <p:cSld name="TITLE_AND_BODY_2_1_1_1_1_1_1_1">
    <p:spTree>
      <p:nvGrpSpPr>
        <p:cNvPr id="29" name="Shape 2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" name="Google Shape;30;p7"/>
          <p:cNvSpPr/>
          <p:nvPr/>
        </p:nvSpPr>
        <p:spPr>
          <a:xfrm>
            <a:off x="228600" y="228600"/>
            <a:ext cx="8686800" cy="4686300"/>
          </a:xfrm>
          <a:prstGeom prst="roundRect">
            <a:avLst>
              <a:gd fmla="val 6123" name="adj"/>
            </a:avLst>
          </a:prstGeom>
          <a:noFill/>
          <a:ln cap="flat" cmpd="sng" w="9525">
            <a:solidFill>
              <a:srgbClr val="595959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1" name="Google Shape;31;p7"/>
          <p:cNvSpPr/>
          <p:nvPr>
            <p:ph idx="2" type="pic"/>
          </p:nvPr>
        </p:nvSpPr>
        <p:spPr>
          <a:xfrm>
            <a:off x="4626864" y="585216"/>
            <a:ext cx="3968400" cy="3968400"/>
          </a:xfrm>
          <a:prstGeom prst="rect">
            <a:avLst/>
          </a:prstGeom>
          <a:noFill/>
          <a:ln>
            <a:noFill/>
          </a:ln>
        </p:spPr>
      </p:sp>
      <p:sp>
        <p:nvSpPr>
          <p:cNvPr id="32" name="Google Shape;32;p7"/>
          <p:cNvSpPr txBox="1"/>
          <p:nvPr>
            <p:ph type="title"/>
          </p:nvPr>
        </p:nvSpPr>
        <p:spPr>
          <a:xfrm>
            <a:off x="557784" y="585216"/>
            <a:ext cx="3712500" cy="9327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33" name="Google Shape;33;p7"/>
          <p:cNvSpPr txBox="1"/>
          <p:nvPr>
            <p:ph idx="1" type="body"/>
          </p:nvPr>
        </p:nvSpPr>
        <p:spPr>
          <a:xfrm>
            <a:off x="508525" y="1883625"/>
            <a:ext cx="3761700" cy="26700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>
            <a:lvl1pPr indent="-342900" lvl="0" marL="457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</p:spTree>
  </p:cSld>
  <p:clrMapOvr>
    <a:masterClrMapping/>
  </p:clrMapOvr>
  <p:extLst>
    <p:ext uri="{DCECCB84-F9BA-43D5-87BE-67443E8EF086}">
      <p15:sldGuideLst>
        <p15:guide id="1" orient="horz" pos="1620">
          <p15:clr>
            <a:srgbClr val="E46962"/>
          </p15:clr>
        </p15:guide>
        <p15:guide id="2" pos="351">
          <p15:clr>
            <a:srgbClr val="E46962"/>
          </p15:clr>
        </p15:guide>
      </p15:sldGuideLst>
    </p:ext>
  </p:extLst>
</p:sldLayout>
</file>

<file path=ppt/slideLayouts/slideLayout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Generated Slide 1_1_1_A">
  <p:cSld name="TITLE_AND_BODY_2">
    <p:spTree>
      <p:nvGrpSpPr>
        <p:cNvPr id="34" name="Shape 3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5" name="Google Shape;35;p8"/>
          <p:cNvSpPr/>
          <p:nvPr>
            <p:ph idx="2" type="pic"/>
          </p:nvPr>
        </p:nvSpPr>
        <p:spPr>
          <a:xfrm>
            <a:off x="3996000" y="0"/>
            <a:ext cx="5148000" cy="5143500"/>
          </a:xfrm>
          <a:prstGeom prst="rect">
            <a:avLst/>
          </a:prstGeom>
          <a:noFill/>
          <a:ln>
            <a:noFill/>
          </a:ln>
        </p:spPr>
      </p:sp>
      <p:sp>
        <p:nvSpPr>
          <p:cNvPr id="36" name="Google Shape;36;p8"/>
          <p:cNvSpPr txBox="1"/>
          <p:nvPr>
            <p:ph type="title"/>
          </p:nvPr>
        </p:nvSpPr>
        <p:spPr>
          <a:xfrm>
            <a:off x="384048" y="329184"/>
            <a:ext cx="3154800" cy="868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rm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37" name="Google Shape;37;p8"/>
          <p:cNvSpPr txBox="1"/>
          <p:nvPr>
            <p:ph idx="1" type="body"/>
          </p:nvPr>
        </p:nvSpPr>
        <p:spPr>
          <a:xfrm>
            <a:off x="329184" y="1545336"/>
            <a:ext cx="3218700" cy="30999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>
            <a:lvl1pPr indent="-342900" lvl="0" marL="457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Generated Slide 1_1_1_B">
  <p:cSld name="TITLE_AND_BODY_2_1_1_1">
    <p:spTree>
      <p:nvGrpSpPr>
        <p:cNvPr id="38" name="Shape 3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9" name="Google Shape;39;p9"/>
          <p:cNvSpPr/>
          <p:nvPr>
            <p:ph idx="2" type="pic"/>
          </p:nvPr>
        </p:nvSpPr>
        <p:spPr>
          <a:xfrm>
            <a:off x="4517136" y="475488"/>
            <a:ext cx="4188000" cy="4188000"/>
          </a:xfrm>
          <a:prstGeom prst="roundRect">
            <a:avLst>
              <a:gd fmla="val 8475" name="adj"/>
            </a:avLst>
          </a:prstGeom>
          <a:noFill/>
          <a:ln>
            <a:noFill/>
          </a:ln>
        </p:spPr>
      </p:sp>
      <p:sp>
        <p:nvSpPr>
          <p:cNvPr id="40" name="Google Shape;40;p9"/>
          <p:cNvSpPr txBox="1"/>
          <p:nvPr>
            <p:ph type="title"/>
          </p:nvPr>
        </p:nvSpPr>
        <p:spPr>
          <a:xfrm>
            <a:off x="548650" y="576075"/>
            <a:ext cx="3556800" cy="868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41" name="Google Shape;41;p9"/>
          <p:cNvSpPr txBox="1"/>
          <p:nvPr>
            <p:ph idx="1" type="body"/>
          </p:nvPr>
        </p:nvSpPr>
        <p:spPr>
          <a:xfrm>
            <a:off x="438912" y="1655064"/>
            <a:ext cx="3666600" cy="28713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rmAutofit/>
          </a:bodyPr>
          <a:lstStyle>
            <a:lvl1pPr indent="-342900" lvl="0" marL="457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cxnSp>
        <p:nvCxnSpPr>
          <p:cNvPr id="42" name="Google Shape;42;p9"/>
          <p:cNvCxnSpPr/>
          <p:nvPr/>
        </p:nvCxnSpPr>
        <p:spPr>
          <a:xfrm>
            <a:off x="530352" y="402336"/>
            <a:ext cx="1059900" cy="0"/>
          </a:xfrm>
          <a:prstGeom prst="straightConnector1">
            <a:avLst/>
          </a:prstGeom>
          <a:noFill/>
          <a:ln cap="flat" cmpd="sng" w="9525">
            <a:solidFill>
              <a:srgbClr val="595959"/>
            </a:solidFill>
            <a:prstDash val="solid"/>
            <a:round/>
            <a:headEnd len="sm" w="sm" type="none"/>
            <a:tailEnd len="sm" w="sm" type="none"/>
          </a:ln>
        </p:spPr>
      </p:cxnSp>
      <p:cxnSp>
        <p:nvCxnSpPr>
          <p:cNvPr id="43" name="Google Shape;43;p9"/>
          <p:cNvCxnSpPr/>
          <p:nvPr/>
        </p:nvCxnSpPr>
        <p:spPr>
          <a:xfrm>
            <a:off x="530352" y="4745736"/>
            <a:ext cx="1059900" cy="0"/>
          </a:xfrm>
          <a:prstGeom prst="straightConnector1">
            <a:avLst/>
          </a:prstGeom>
          <a:noFill/>
          <a:ln cap="flat" cmpd="sng" w="9525">
            <a:solidFill>
              <a:srgbClr val="595959"/>
            </a:solidFill>
            <a:prstDash val="solid"/>
            <a:round/>
            <a:headEnd len="sm" w="sm" type="none"/>
            <a:tailEnd len="sm" w="sm" type="none"/>
          </a:ln>
        </p:spPr>
      </p:cxn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Generated Slide 1_1_1_E">
  <p:cSld name="TITLE_AND_BODY_2_1_1_1_1_1_1">
    <p:spTree>
      <p:nvGrpSpPr>
        <p:cNvPr id="44" name="Shape 4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5" name="Google Shape;45;p10"/>
          <p:cNvSpPr/>
          <p:nvPr>
            <p:ph idx="2" type="pic"/>
          </p:nvPr>
        </p:nvSpPr>
        <p:spPr>
          <a:xfrm>
            <a:off x="466195" y="587552"/>
            <a:ext cx="3968400" cy="3968400"/>
          </a:xfrm>
          <a:prstGeom prst="roundRect">
            <a:avLst>
              <a:gd fmla="val 9998" name="adj"/>
            </a:avLst>
          </a:prstGeom>
          <a:noFill/>
          <a:ln>
            <a:noFill/>
          </a:ln>
        </p:spPr>
      </p:sp>
      <p:sp>
        <p:nvSpPr>
          <p:cNvPr id="46" name="Google Shape;46;p10"/>
          <p:cNvSpPr txBox="1"/>
          <p:nvPr>
            <p:ph type="title"/>
          </p:nvPr>
        </p:nvSpPr>
        <p:spPr>
          <a:xfrm>
            <a:off x="4896292" y="280875"/>
            <a:ext cx="3925200" cy="1092300"/>
          </a:xfrm>
          <a:prstGeom prst="rect">
            <a:avLst/>
          </a:prstGeom>
          <a:noFill/>
          <a:ln>
            <a:noFill/>
          </a:ln>
        </p:spPr>
        <p:txBody>
          <a:bodyPr anchorCtr="0" anchor="b" bIns="0" lIns="0" spcFirstLastPara="1" rIns="0" wrap="square" tIns="0">
            <a:norm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47" name="Google Shape;47;p10"/>
          <p:cNvSpPr txBox="1"/>
          <p:nvPr>
            <p:ph idx="1" type="body"/>
          </p:nvPr>
        </p:nvSpPr>
        <p:spPr>
          <a:xfrm>
            <a:off x="4773075" y="1820475"/>
            <a:ext cx="4079700" cy="27885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>
            <a:lvl1pPr indent="-342900" lvl="0" marL="457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cxnSp>
        <p:nvCxnSpPr>
          <p:cNvPr id="48" name="Google Shape;48;p10"/>
          <p:cNvCxnSpPr/>
          <p:nvPr/>
        </p:nvCxnSpPr>
        <p:spPr>
          <a:xfrm>
            <a:off x="4894857" y="1615440"/>
            <a:ext cx="1059900" cy="0"/>
          </a:xfrm>
          <a:prstGeom prst="straightConnector1">
            <a:avLst/>
          </a:prstGeom>
          <a:noFill/>
          <a:ln cap="flat" cmpd="sng" w="9525">
            <a:solidFill>
              <a:srgbClr val="595959"/>
            </a:solidFill>
            <a:prstDash val="solid"/>
            <a:round/>
            <a:headEnd len="sm" w="sm" type="none"/>
            <a:tailEnd len="sm" w="sm" type="none"/>
          </a:ln>
        </p:spPr>
      </p:cxnSp>
    </p:spTree>
  </p:cSld>
  <p:clrMapOvr>
    <a:masterClrMapping/>
  </p:clrMapOvr>
  <p:extLst>
    <p:ext uri="{DCECCB84-F9BA-43D5-87BE-67443E8EF086}">
      <p15:sldGuideLst>
        <p15:guide id="1" orient="horz" pos="1620">
          <p15:clr>
            <a:srgbClr val="E46962"/>
          </p15:clr>
        </p15:guide>
        <p15:guide id="2" pos="3083">
          <p15:clr>
            <a:srgbClr val="E46962"/>
          </p15:clr>
        </p15:guide>
      </p15:sldGuideLst>
    </p:ext>
  </p:extLst>
</p:sldLayout>
</file>

<file path=ppt/slideLayouts/slideLayout1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Generated Slide 1_4_1_A">
  <p:cSld name="CUSTOM_1_1">
    <p:spTree>
      <p:nvGrpSpPr>
        <p:cNvPr id="49" name="Shape 4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0" name="Google Shape;50;p11"/>
          <p:cNvSpPr/>
          <p:nvPr>
            <p:ph idx="2" type="pic"/>
          </p:nvPr>
        </p:nvSpPr>
        <p:spPr>
          <a:xfrm>
            <a:off x="2990088" y="1436336"/>
            <a:ext cx="3173100" cy="3173100"/>
          </a:xfrm>
          <a:prstGeom prst="roundRect">
            <a:avLst>
              <a:gd fmla="val 50000" name="adj"/>
            </a:avLst>
          </a:prstGeom>
          <a:noFill/>
          <a:ln>
            <a:noFill/>
          </a:ln>
        </p:spPr>
      </p:sp>
      <p:sp>
        <p:nvSpPr>
          <p:cNvPr id="51" name="Google Shape;51;p11"/>
          <p:cNvSpPr txBox="1"/>
          <p:nvPr>
            <p:ph type="title"/>
          </p:nvPr>
        </p:nvSpPr>
        <p:spPr>
          <a:xfrm>
            <a:off x="228600" y="228600"/>
            <a:ext cx="8686800" cy="8505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52" name="Google Shape;52;p11"/>
          <p:cNvSpPr txBox="1"/>
          <p:nvPr/>
        </p:nvSpPr>
        <p:spPr>
          <a:xfrm>
            <a:off x="210312" y="1171160"/>
            <a:ext cx="777300" cy="612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0" i="0" lang="zh-CN" sz="14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rPr>
              <a:t>01</a:t>
            </a:r>
            <a:endParaRPr b="0" i="0" sz="1400" u="none" cap="none" strike="noStrike">
              <a:solidFill>
                <a:schemeClr val="dk2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53" name="Google Shape;53;p11"/>
          <p:cNvSpPr txBox="1"/>
          <p:nvPr/>
        </p:nvSpPr>
        <p:spPr>
          <a:xfrm>
            <a:off x="210312" y="3274280"/>
            <a:ext cx="777300" cy="612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0" i="0" lang="zh-CN" sz="14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rPr>
              <a:t>02</a:t>
            </a:r>
            <a:endParaRPr b="0" i="0" sz="1400" u="none" cap="none" strike="noStrike">
              <a:solidFill>
                <a:schemeClr val="dk2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54" name="Google Shape;54;p11"/>
          <p:cNvSpPr txBox="1"/>
          <p:nvPr/>
        </p:nvSpPr>
        <p:spPr>
          <a:xfrm>
            <a:off x="6336792" y="1170432"/>
            <a:ext cx="777300" cy="612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0" i="0" lang="zh-CN" sz="14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rPr>
              <a:t>03</a:t>
            </a:r>
            <a:endParaRPr b="0" i="0" sz="1400" u="none" cap="none" strike="noStrike">
              <a:solidFill>
                <a:schemeClr val="dk2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55" name="Google Shape;55;p11"/>
          <p:cNvSpPr txBox="1"/>
          <p:nvPr>
            <p:ph idx="1" type="body"/>
          </p:nvPr>
        </p:nvSpPr>
        <p:spPr>
          <a:xfrm>
            <a:off x="1042416" y="1244312"/>
            <a:ext cx="1664100" cy="15363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>
            <a:lvl1pPr indent="-342900" lvl="0" marL="457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56" name="Google Shape;56;p11"/>
          <p:cNvSpPr txBox="1"/>
          <p:nvPr>
            <p:ph idx="3" type="body"/>
          </p:nvPr>
        </p:nvSpPr>
        <p:spPr>
          <a:xfrm>
            <a:off x="7178040" y="1243584"/>
            <a:ext cx="1664100" cy="15363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>
            <a:lvl1pPr indent="-342900" lvl="0" marL="457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57" name="Google Shape;57;p11"/>
          <p:cNvSpPr txBox="1"/>
          <p:nvPr>
            <p:ph idx="4" type="body"/>
          </p:nvPr>
        </p:nvSpPr>
        <p:spPr>
          <a:xfrm>
            <a:off x="7178040" y="3346704"/>
            <a:ext cx="1664100" cy="15363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>
            <a:lvl1pPr indent="-342900" lvl="0" marL="457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cxnSp>
        <p:nvCxnSpPr>
          <p:cNvPr id="58" name="Google Shape;58;p11"/>
          <p:cNvCxnSpPr/>
          <p:nvPr/>
        </p:nvCxnSpPr>
        <p:spPr>
          <a:xfrm>
            <a:off x="545049" y="1372270"/>
            <a:ext cx="415500" cy="0"/>
          </a:xfrm>
          <a:prstGeom prst="straightConnector1">
            <a:avLst/>
          </a:prstGeom>
          <a:noFill/>
          <a:ln cap="flat" cmpd="sng" w="9525">
            <a:solidFill>
              <a:srgbClr val="595959"/>
            </a:solidFill>
            <a:prstDash val="solid"/>
            <a:round/>
            <a:headEnd len="sm" w="sm" type="none"/>
            <a:tailEnd len="sm" w="sm" type="none"/>
          </a:ln>
        </p:spPr>
      </p:cxnSp>
      <p:cxnSp>
        <p:nvCxnSpPr>
          <p:cNvPr id="59" name="Google Shape;59;p11"/>
          <p:cNvCxnSpPr/>
          <p:nvPr/>
        </p:nvCxnSpPr>
        <p:spPr>
          <a:xfrm>
            <a:off x="545049" y="3474695"/>
            <a:ext cx="415500" cy="0"/>
          </a:xfrm>
          <a:prstGeom prst="straightConnector1">
            <a:avLst/>
          </a:prstGeom>
          <a:noFill/>
          <a:ln cap="flat" cmpd="sng" w="9525">
            <a:solidFill>
              <a:srgbClr val="595959"/>
            </a:solidFill>
            <a:prstDash val="solid"/>
            <a:round/>
            <a:headEnd len="sm" w="sm" type="none"/>
            <a:tailEnd len="sm" w="sm" type="none"/>
          </a:ln>
        </p:spPr>
      </p:cxnSp>
      <p:cxnSp>
        <p:nvCxnSpPr>
          <p:cNvPr id="60" name="Google Shape;60;p11"/>
          <p:cNvCxnSpPr/>
          <p:nvPr/>
        </p:nvCxnSpPr>
        <p:spPr>
          <a:xfrm>
            <a:off x="6677174" y="1371600"/>
            <a:ext cx="415500" cy="0"/>
          </a:xfrm>
          <a:prstGeom prst="straightConnector1">
            <a:avLst/>
          </a:prstGeom>
          <a:noFill/>
          <a:ln cap="flat" cmpd="sng" w="9525">
            <a:solidFill>
              <a:srgbClr val="595959"/>
            </a:solidFill>
            <a:prstDash val="solid"/>
            <a:round/>
            <a:headEnd len="sm" w="sm" type="none"/>
            <a:tailEnd len="sm" w="sm" type="none"/>
          </a:ln>
        </p:spPr>
      </p:cxnSp>
      <p:cxnSp>
        <p:nvCxnSpPr>
          <p:cNvPr id="61" name="Google Shape;61;p11"/>
          <p:cNvCxnSpPr/>
          <p:nvPr/>
        </p:nvCxnSpPr>
        <p:spPr>
          <a:xfrm>
            <a:off x="6677174" y="3474720"/>
            <a:ext cx="415500" cy="0"/>
          </a:xfrm>
          <a:prstGeom prst="straightConnector1">
            <a:avLst/>
          </a:prstGeom>
          <a:noFill/>
          <a:ln cap="flat" cmpd="sng" w="9525">
            <a:solidFill>
              <a:srgbClr val="595959"/>
            </a:solidFill>
            <a:prstDash val="solid"/>
            <a:round/>
            <a:headEnd len="sm" w="sm" type="none"/>
            <a:tailEnd len="sm" w="sm" type="none"/>
          </a:ln>
        </p:spPr>
      </p:cxnSp>
      <p:sp>
        <p:nvSpPr>
          <p:cNvPr id="62" name="Google Shape;62;p11"/>
          <p:cNvSpPr txBox="1"/>
          <p:nvPr/>
        </p:nvSpPr>
        <p:spPr>
          <a:xfrm>
            <a:off x="6336796" y="3273550"/>
            <a:ext cx="777300" cy="612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0" i="0" lang="zh-CN" sz="14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rPr>
              <a:t>04</a:t>
            </a:r>
            <a:endParaRPr b="0" i="0" sz="1400" u="none" cap="none" strike="noStrike">
              <a:solidFill>
                <a:schemeClr val="dk2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63" name="Google Shape;63;p11"/>
          <p:cNvSpPr txBox="1"/>
          <p:nvPr>
            <p:ph idx="5" type="body"/>
          </p:nvPr>
        </p:nvSpPr>
        <p:spPr>
          <a:xfrm>
            <a:off x="1042416" y="3347432"/>
            <a:ext cx="1664100" cy="15363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>
            <a:lvl1pPr indent="-342900" lvl="0" marL="457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</p:spTree>
  </p:cSld>
  <p:clrMapOvr>
    <a:masterClrMapping/>
  </p:clrMapOvr>
  <p:extLst>
    <p:ext uri="{DCECCB84-F9BA-43D5-87BE-67443E8EF086}">
      <p15:sldGuideLst>
        <p15:guide id="1" orient="horz" pos="1904">
          <p15:clr>
            <a:srgbClr val="E46962"/>
          </p15:clr>
        </p15:guide>
        <p15:guide id="2" pos="4718">
          <p15:clr>
            <a:srgbClr val="E46962"/>
          </p15:clr>
        </p15:guide>
      </p15:sldGuideLst>
    </p:ext>
  </p:extLst>
</p:sldLayout>
</file>

<file path=ppt/slideLayouts/slideLayout1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Generated Slide 1_4_1_B">
  <p:cSld name="CUSTOM_1_1_1">
    <p:spTree>
      <p:nvGrpSpPr>
        <p:cNvPr id="64" name="Shape 6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5" name="Google Shape;65;p12"/>
          <p:cNvSpPr/>
          <p:nvPr>
            <p:ph idx="2" type="pic"/>
          </p:nvPr>
        </p:nvSpPr>
        <p:spPr>
          <a:xfrm>
            <a:off x="228600" y="2587752"/>
            <a:ext cx="2222100" cy="2222100"/>
          </a:xfrm>
          <a:prstGeom prst="teardrop">
            <a:avLst>
              <a:gd fmla="val 100000" name="adj"/>
            </a:avLst>
          </a:prstGeom>
          <a:noFill/>
          <a:ln>
            <a:noFill/>
          </a:ln>
        </p:spPr>
      </p:sp>
      <p:sp>
        <p:nvSpPr>
          <p:cNvPr id="66" name="Google Shape;66;p12"/>
          <p:cNvSpPr txBox="1"/>
          <p:nvPr>
            <p:ph type="title"/>
          </p:nvPr>
        </p:nvSpPr>
        <p:spPr>
          <a:xfrm>
            <a:off x="301752" y="310896"/>
            <a:ext cx="2788800" cy="19659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67" name="Google Shape;67;p12"/>
          <p:cNvSpPr txBox="1"/>
          <p:nvPr/>
        </p:nvSpPr>
        <p:spPr>
          <a:xfrm>
            <a:off x="3209544" y="301752"/>
            <a:ext cx="530400" cy="612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0" i="0" lang="zh-CN" sz="14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rPr>
              <a:t>01</a:t>
            </a:r>
            <a:endParaRPr b="0" i="0" sz="1400" u="none" cap="none" strike="noStrike">
              <a:solidFill>
                <a:schemeClr val="dk2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68" name="Google Shape;68;p12"/>
          <p:cNvSpPr txBox="1"/>
          <p:nvPr/>
        </p:nvSpPr>
        <p:spPr>
          <a:xfrm>
            <a:off x="3209544" y="2020824"/>
            <a:ext cx="530400" cy="612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0" i="0" lang="zh-CN" sz="14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rPr>
              <a:t>02</a:t>
            </a:r>
            <a:endParaRPr b="0" i="0" sz="1400" u="none" cap="none" strike="noStrike">
              <a:solidFill>
                <a:schemeClr val="dk2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69" name="Google Shape;69;p12"/>
          <p:cNvSpPr txBox="1"/>
          <p:nvPr/>
        </p:nvSpPr>
        <p:spPr>
          <a:xfrm>
            <a:off x="6117336" y="301752"/>
            <a:ext cx="530400" cy="612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0" i="0" lang="zh-CN" sz="14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rPr>
              <a:t>03</a:t>
            </a:r>
            <a:endParaRPr b="0" i="0" sz="1400" u="none" cap="none" strike="noStrike">
              <a:solidFill>
                <a:schemeClr val="dk2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70" name="Google Shape;70;p12"/>
          <p:cNvSpPr txBox="1"/>
          <p:nvPr>
            <p:ph idx="1" type="body"/>
          </p:nvPr>
        </p:nvSpPr>
        <p:spPr>
          <a:xfrm>
            <a:off x="3739896" y="374900"/>
            <a:ext cx="2167200" cy="15363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>
            <a:lvl1pPr indent="-342900" lvl="0" marL="457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71" name="Google Shape;71;p12"/>
          <p:cNvSpPr txBox="1"/>
          <p:nvPr>
            <p:ph idx="3" type="body"/>
          </p:nvPr>
        </p:nvSpPr>
        <p:spPr>
          <a:xfrm>
            <a:off x="6665976" y="374904"/>
            <a:ext cx="2167200" cy="15363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>
            <a:lvl1pPr indent="-342900" lvl="0" marL="457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72" name="Google Shape;72;p12"/>
          <p:cNvSpPr txBox="1"/>
          <p:nvPr>
            <p:ph idx="4" type="body"/>
          </p:nvPr>
        </p:nvSpPr>
        <p:spPr>
          <a:xfrm>
            <a:off x="6665976" y="2093976"/>
            <a:ext cx="2167200" cy="15363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>
            <a:lvl1pPr indent="-342900" lvl="0" marL="457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73" name="Google Shape;73;p12"/>
          <p:cNvSpPr txBox="1"/>
          <p:nvPr/>
        </p:nvSpPr>
        <p:spPr>
          <a:xfrm>
            <a:off x="6117336" y="2020824"/>
            <a:ext cx="530400" cy="612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0" i="0" lang="zh-CN" sz="14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rPr>
              <a:t>04</a:t>
            </a:r>
            <a:endParaRPr b="0" i="0" sz="1400" u="none" cap="none" strike="noStrike">
              <a:solidFill>
                <a:schemeClr val="dk2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74" name="Google Shape;74;p12"/>
          <p:cNvSpPr txBox="1"/>
          <p:nvPr>
            <p:ph idx="5" type="body"/>
          </p:nvPr>
        </p:nvSpPr>
        <p:spPr>
          <a:xfrm>
            <a:off x="3739896" y="2093976"/>
            <a:ext cx="2167200" cy="15363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>
            <a:lvl1pPr indent="-342900" lvl="0" marL="457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</p:spTree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Generated Slide 1_1_0_B">
  <p:cSld name="TITLE_AND_BODY_1_1">
    <p:spTree>
      <p:nvGrpSpPr>
        <p:cNvPr id="75" name="Shape 7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6" name="Google Shape;76;p13"/>
          <p:cNvSpPr txBox="1"/>
          <p:nvPr>
            <p:ph idx="1" type="body"/>
          </p:nvPr>
        </p:nvSpPr>
        <p:spPr>
          <a:xfrm>
            <a:off x="384048" y="1948992"/>
            <a:ext cx="5266800" cy="2898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>
            <a:lvl1pPr indent="-342900" lvl="0" marL="457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77" name="Google Shape;77;p13"/>
          <p:cNvSpPr txBox="1"/>
          <p:nvPr>
            <p:ph type="title"/>
          </p:nvPr>
        </p:nvSpPr>
        <p:spPr>
          <a:xfrm>
            <a:off x="384048" y="384048"/>
            <a:ext cx="5266800" cy="8505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</p:spTree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slide" type="title">
  <p:cSld name="TITLE">
    <p:spTree>
      <p:nvGrpSpPr>
        <p:cNvPr id="78" name="Shape 7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9" name="Google Shape;79;p14"/>
          <p:cNvSpPr txBox="1"/>
          <p:nvPr>
            <p:ph type="ctrTitle"/>
          </p:nvPr>
        </p:nvSpPr>
        <p:spPr>
          <a:xfrm>
            <a:off x="311708" y="744575"/>
            <a:ext cx="8520600" cy="2052600"/>
          </a:xfrm>
          <a:prstGeom prst="rect">
            <a:avLst/>
          </a:prstGeom>
          <a:noFill/>
          <a:ln>
            <a:noFill/>
          </a:ln>
        </p:spPr>
        <p:txBody>
          <a:bodyPr anchorCtr="0" anchor="b" bIns="91425" lIns="91425" spcFirstLastPara="1" rIns="91425" wrap="square" tIns="91425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9pPr>
          </a:lstStyle>
          <a:p/>
        </p:txBody>
      </p:sp>
      <p:sp>
        <p:nvSpPr>
          <p:cNvPr id="80" name="Google Shape;80;p14"/>
          <p:cNvSpPr txBox="1"/>
          <p:nvPr>
            <p:ph idx="1" type="subTitle"/>
          </p:nvPr>
        </p:nvSpPr>
        <p:spPr>
          <a:xfrm>
            <a:off x="311700" y="2834125"/>
            <a:ext cx="8520600" cy="792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9pPr>
          </a:lstStyle>
          <a:p/>
        </p:txBody>
      </p:sp>
      <p:sp>
        <p:nvSpPr>
          <p:cNvPr id="81" name="Google Shape;81;p14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zh-C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header" type="secHead">
  <p:cSld name="SECTION_HEADER">
    <p:spTree>
      <p:nvGrpSpPr>
        <p:cNvPr id="82" name="Shape 8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3" name="Google Shape;83;p15"/>
          <p:cNvSpPr txBox="1"/>
          <p:nvPr>
            <p:ph type="title"/>
          </p:nvPr>
        </p:nvSpPr>
        <p:spPr>
          <a:xfrm>
            <a:off x="311700" y="2150850"/>
            <a:ext cx="8520600" cy="841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9pPr>
          </a:lstStyle>
          <a:p/>
        </p:txBody>
      </p:sp>
      <p:sp>
        <p:nvSpPr>
          <p:cNvPr id="84" name="Google Shape;84;p15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zh-C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body" type="tx">
  <p:cSld name="TITLE_AND_BODY">
    <p:spTree>
      <p:nvGrpSpPr>
        <p:cNvPr id="85" name="Shape 8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6" name="Google Shape;86;p16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87" name="Google Shape;87;p16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indent="-342900" lvl="0" marL="457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88" name="Google Shape;88;p16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zh-C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two columns" type="twoColTx">
  <p:cSld name="TITLE_AND_TWO_COLUMNS">
    <p:spTree>
      <p:nvGrpSpPr>
        <p:cNvPr id="89" name="Shape 8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0" name="Google Shape;90;p17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91" name="Google Shape;91;p17"/>
          <p:cNvSpPr txBox="1"/>
          <p:nvPr>
            <p:ph idx="1" type="body"/>
          </p:nvPr>
        </p:nvSpPr>
        <p:spPr>
          <a:xfrm>
            <a:off x="311700" y="1152475"/>
            <a:ext cx="3999900" cy="3416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indent="-317500" lvl="0" marL="457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indent="-304800" lvl="1" marL="914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92" name="Google Shape;92;p17"/>
          <p:cNvSpPr txBox="1"/>
          <p:nvPr>
            <p:ph idx="2" type="body"/>
          </p:nvPr>
        </p:nvSpPr>
        <p:spPr>
          <a:xfrm>
            <a:off x="4832400" y="1152475"/>
            <a:ext cx="3999900" cy="3416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indent="-317500" lvl="0" marL="457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indent="-304800" lvl="1" marL="914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93" name="Google Shape;93;p17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zh-C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only" type="titleOnly">
  <p:cSld name="TITLE_ONLY">
    <p:spTree>
      <p:nvGrpSpPr>
        <p:cNvPr id="94" name="Shape 9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5" name="Google Shape;95;p18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96" name="Google Shape;96;p18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zh-C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One column text">
  <p:cSld name="ONE_COLUMN_TEXT">
    <p:spTree>
      <p:nvGrpSpPr>
        <p:cNvPr id="97" name="Shape 9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8" name="Google Shape;98;p19"/>
          <p:cNvSpPr txBox="1"/>
          <p:nvPr>
            <p:ph type="title"/>
          </p:nvPr>
        </p:nvSpPr>
        <p:spPr>
          <a:xfrm>
            <a:off x="311700" y="555600"/>
            <a:ext cx="2808000" cy="755700"/>
          </a:xfrm>
          <a:prstGeom prst="rect">
            <a:avLst/>
          </a:prstGeom>
          <a:noFill/>
          <a:ln>
            <a:noFill/>
          </a:ln>
        </p:spPr>
        <p:txBody>
          <a:bodyPr anchorCtr="0" anchor="b" bIns="91425" lIns="91425" spcFirstLastPara="1" rIns="91425" wrap="square" tIns="91425">
            <a:norm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9pPr>
          </a:lstStyle>
          <a:p/>
        </p:txBody>
      </p:sp>
      <p:sp>
        <p:nvSpPr>
          <p:cNvPr id="99" name="Google Shape;99;p19"/>
          <p:cNvSpPr txBox="1"/>
          <p:nvPr>
            <p:ph idx="1" type="body"/>
          </p:nvPr>
        </p:nvSpPr>
        <p:spPr>
          <a:xfrm>
            <a:off x="311700" y="1389600"/>
            <a:ext cx="2808000" cy="3179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indent="-304800" lvl="0" marL="457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1pPr>
            <a:lvl2pPr indent="-304800" lvl="1" marL="914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100" name="Google Shape;100;p19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zh-C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Main point">
  <p:cSld name="MAIN_POINT">
    <p:spTree>
      <p:nvGrpSpPr>
        <p:cNvPr id="101" name="Shape 10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" name="Google Shape;102;p20"/>
          <p:cNvSpPr txBox="1"/>
          <p:nvPr>
            <p:ph type="title"/>
          </p:nvPr>
        </p:nvSpPr>
        <p:spPr>
          <a:xfrm>
            <a:off x="490250" y="450150"/>
            <a:ext cx="6367800" cy="4090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9pPr>
          </a:lstStyle>
          <a:p/>
        </p:txBody>
      </p:sp>
      <p:sp>
        <p:nvSpPr>
          <p:cNvPr id="103" name="Google Shape;103;p20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zh-C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title and description">
  <p:cSld name="SECTION_TITLE_AND_DESCRIPTION">
    <p:spTree>
      <p:nvGrpSpPr>
        <p:cNvPr id="104" name="Shape 10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5" name="Google Shape;105;p21"/>
          <p:cNvSpPr/>
          <p:nvPr/>
        </p:nvSpPr>
        <p:spPr>
          <a:xfrm>
            <a:off x="4572000" y="-125"/>
            <a:ext cx="4572000" cy="5143500"/>
          </a:xfrm>
          <a:prstGeom prst="rect">
            <a:avLst/>
          </a:prstGeom>
          <a:solidFill>
            <a:schemeClr val="l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06" name="Google Shape;106;p21"/>
          <p:cNvSpPr txBox="1"/>
          <p:nvPr>
            <p:ph type="title"/>
          </p:nvPr>
        </p:nvSpPr>
        <p:spPr>
          <a:xfrm>
            <a:off x="265500" y="1233175"/>
            <a:ext cx="4045200" cy="1482300"/>
          </a:xfrm>
          <a:prstGeom prst="rect">
            <a:avLst/>
          </a:prstGeom>
          <a:noFill/>
          <a:ln>
            <a:noFill/>
          </a:ln>
        </p:spPr>
        <p:txBody>
          <a:bodyPr anchorCtr="0" anchor="b" bIns="91425" lIns="91425" spcFirstLastPara="1" rIns="91425" wrap="square" tIns="91425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9pPr>
          </a:lstStyle>
          <a:p/>
        </p:txBody>
      </p:sp>
      <p:sp>
        <p:nvSpPr>
          <p:cNvPr id="107" name="Google Shape;107;p21"/>
          <p:cNvSpPr txBox="1"/>
          <p:nvPr>
            <p:ph idx="1" type="subTitle"/>
          </p:nvPr>
        </p:nvSpPr>
        <p:spPr>
          <a:xfrm>
            <a:off x="265500" y="2803075"/>
            <a:ext cx="4045200" cy="1235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9pPr>
          </a:lstStyle>
          <a:p/>
        </p:txBody>
      </p:sp>
      <p:sp>
        <p:nvSpPr>
          <p:cNvPr id="108" name="Google Shape;108;p21"/>
          <p:cNvSpPr txBox="1"/>
          <p:nvPr>
            <p:ph idx="2" type="body"/>
          </p:nvPr>
        </p:nvSpPr>
        <p:spPr>
          <a:xfrm>
            <a:off x="4939500" y="724075"/>
            <a:ext cx="3837000" cy="3695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indent="-342900" lvl="0" marL="457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109" name="Google Shape;109;p21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zh-C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aption">
  <p:cSld name="CAPTION_ONLY">
    <p:spTree>
      <p:nvGrpSpPr>
        <p:cNvPr id="110" name="Shape 11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1" name="Google Shape;111;p22"/>
          <p:cNvSpPr txBox="1"/>
          <p:nvPr>
            <p:ph idx="1" type="body"/>
          </p:nvPr>
        </p:nvSpPr>
        <p:spPr>
          <a:xfrm>
            <a:off x="311700" y="4230575"/>
            <a:ext cx="5998800" cy="605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indent="-228600" lvl="0" marL="4572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/>
            </a:lvl1pPr>
          </a:lstStyle>
          <a:p/>
        </p:txBody>
      </p:sp>
      <p:sp>
        <p:nvSpPr>
          <p:cNvPr id="112" name="Google Shape;112;p22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zh-C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ig number">
  <p:cSld name="BIG_NUMBER">
    <p:spTree>
      <p:nvGrpSpPr>
        <p:cNvPr id="113" name="Shape 11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4" name="Google Shape;114;p23"/>
          <p:cNvSpPr txBox="1"/>
          <p:nvPr>
            <p:ph hasCustomPrompt="1" type="title"/>
          </p:nvPr>
        </p:nvSpPr>
        <p:spPr>
          <a:xfrm>
            <a:off x="311700" y="1106125"/>
            <a:ext cx="8520600" cy="1963500"/>
          </a:xfrm>
          <a:prstGeom prst="rect">
            <a:avLst/>
          </a:prstGeom>
          <a:noFill/>
          <a:ln>
            <a:noFill/>
          </a:ln>
        </p:spPr>
        <p:txBody>
          <a:bodyPr anchorCtr="0" anchor="b" bIns="91425" lIns="91425" spcFirstLastPara="1" rIns="91425" wrap="square" tIns="91425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9pPr>
          </a:lstStyle>
          <a:p>
            <a:r>
              <a:t>xx%</a:t>
            </a:r>
          </a:p>
        </p:txBody>
      </p:sp>
      <p:sp>
        <p:nvSpPr>
          <p:cNvPr id="115" name="Google Shape;115;p23"/>
          <p:cNvSpPr txBox="1"/>
          <p:nvPr>
            <p:ph idx="1" type="body"/>
          </p:nvPr>
        </p:nvSpPr>
        <p:spPr>
          <a:xfrm>
            <a:off x="311700" y="3152225"/>
            <a:ext cx="8520600" cy="1300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indent="-342900" lvl="0" marL="45720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116" name="Google Shape;116;p23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zh-C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lank" type="blank">
  <p:cSld name="BLANK">
    <p:spTree>
      <p:nvGrpSpPr>
        <p:cNvPr id="117" name="Shape 11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8" name="Google Shape;118;p24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zh-CN"/>
              <a:t>‹#›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slideLayout" Target="../slideLayouts/slideLayout12.xml"/><Relationship Id="rId13" Type="http://schemas.openxmlformats.org/officeDocument/2006/relationships/slideLayout" Target="../slideLayouts/slideLayout13.xml"/><Relationship Id="rId14" Type="http://schemas.openxmlformats.org/officeDocument/2006/relationships/slideLayout" Target="../slideLayouts/slideLayout14.xml"/><Relationship Id="rId15" Type="http://schemas.openxmlformats.org/officeDocument/2006/relationships/slideLayout" Target="../slideLayouts/slideLayout15.xml"/><Relationship Id="rId16" Type="http://schemas.openxmlformats.org/officeDocument/2006/relationships/slideLayout" Target="../slideLayouts/slideLayout16.xml"/><Relationship Id="rId17" Type="http://schemas.openxmlformats.org/officeDocument/2006/relationships/slideLayout" Target="../slideLayouts/slideLayout17.xml"/><Relationship Id="rId18" Type="http://schemas.openxmlformats.org/officeDocument/2006/relationships/slideLayout" Target="../slideLayouts/slideLayout18.xml"/><Relationship Id="rId19" Type="http://schemas.openxmlformats.org/officeDocument/2006/relationships/slideLayout" Target="../slideLayouts/slideLayout19.xml"/><Relationship Id="rId20" Type="http://schemas.openxmlformats.org/officeDocument/2006/relationships/slideLayout" Target="../slideLayouts/slideLayout20.xml"/><Relationship Id="rId21" Type="http://schemas.openxmlformats.org/officeDocument/2006/relationships/slideLayout" Target="../slideLayouts/slideLayout21.xml"/><Relationship Id="rId22" Type="http://schemas.openxmlformats.org/officeDocument/2006/relationships/slideLayout" Target="../slideLayouts/slideLayout22.xml"/><Relationship Id="rId23" Type="http://schemas.openxmlformats.org/officeDocument/2006/relationships/slideLayout" Target="../slideLayouts/slideLayout23.xml"/><Relationship Id="rId24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 name="simple-light-2">
    <p:bg>
      <p:bgPr>
        <a:solidFill>
          <a:schemeClr val="lt1"/>
        </a:solidFill>
      </p:bgPr>
    </p:bg>
    <p:spTree>
      <p:nvGrpSpPr>
        <p:cNvPr id="5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1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lv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b="0" i="0" sz="2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lvl="1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b="0" i="0" sz="2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lvl="2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b="0" i="0" sz="2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lvl="3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b="0" i="0" sz="2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lvl="4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b="0" i="0" sz="2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lvl="5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b="0" i="0" sz="2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lvl="6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b="0" i="0" sz="2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lvl="7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b="0" i="0" sz="2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lvl="8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b="0" i="0" sz="2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  <p:sp>
        <p:nvSpPr>
          <p:cNvPr id="7" name="Google Shape;7;p1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indent="-342900" lvl="0" marL="4572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Font typeface="Arial"/>
              <a:buChar char="●"/>
              <a:defRPr b="0" i="0" sz="18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-317500" lvl="1" marL="9144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Arial"/>
              <a:buChar char="○"/>
              <a:defRPr b="0" i="0" sz="14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-317500" lvl="2" marL="13716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Arial"/>
              <a:buChar char="■"/>
              <a:defRPr b="0" i="0" sz="14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-317500" lvl="3" marL="18288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Arial"/>
              <a:buChar char="●"/>
              <a:defRPr b="0" i="0" sz="14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-317500" lvl="4" marL="22860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Arial"/>
              <a:buChar char="○"/>
              <a:defRPr b="0" i="0" sz="14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-317500" lvl="5" marL="27432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Arial"/>
              <a:buChar char="■"/>
              <a:defRPr b="0" i="0" sz="14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-317500" lvl="6" marL="32004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Arial"/>
              <a:buChar char="●"/>
              <a:defRPr b="0" i="0" sz="14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-317500" lvl="7" marL="36576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Arial"/>
              <a:buChar char="○"/>
              <a:defRPr b="0" i="0" sz="14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-317500" lvl="8" marL="41148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Arial"/>
              <a:buChar char="■"/>
              <a:defRPr b="0" i="0" sz="14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  <p:sp>
        <p:nvSpPr>
          <p:cNvPr id="8" name="Google Shape;8;p1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zh-CN"/>
              <a:t>‹#›</a:t>
            </a:fld>
            <a:endParaRPr/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sldLayoutIdLst>
    <p:sldLayoutId id="2147483648" r:id="rId1"/>
    <p:sldLayoutId id="2147483649" r:id="rId2"/>
    <p:sldLayoutId id="2147483650" r:id="rId3"/>
    <p:sldLayoutId id="2147483651" r:id="rId4"/>
    <p:sldLayoutId id="2147483652" r:id="rId5"/>
    <p:sldLayoutId id="2147483653" r:id="rId6"/>
    <p:sldLayoutId id="2147483654" r:id="rId7"/>
    <p:sldLayoutId id="2147483655" r:id="rId8"/>
    <p:sldLayoutId id="2147483656" r:id="rId9"/>
    <p:sldLayoutId id="2147483657" r:id="rId10"/>
    <p:sldLayoutId id="2147483658" r:id="rId11"/>
    <p:sldLayoutId id="2147483659" r:id="rId12"/>
    <p:sldLayoutId id="2147483660" r:id="rId13"/>
    <p:sldLayoutId id="2147483661" r:id="rId14"/>
    <p:sldLayoutId id="2147483662" r:id="rId15"/>
    <p:sldLayoutId id="2147483663" r:id="rId16"/>
    <p:sldLayoutId id="2147483664" r:id="rId17"/>
    <p:sldLayoutId id="2147483665" r:id="rId18"/>
    <p:sldLayoutId id="2147483666" r:id="rId19"/>
    <p:sldLayoutId id="2147483667" r:id="rId20"/>
    <p:sldLayoutId id="2147483668" r:id="rId21"/>
    <p:sldLayoutId id="2147483669" r:id="rId22"/>
    <p:sldLayoutId id="2147483670" r:id="rId23"/>
  </p:sldLayoutIdLst>
  <p:hf dt="0" ftr="0" hdr="0" sldNum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9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8.xml"/><Relationship Id="rId2" Type="http://schemas.openxmlformats.org/officeDocument/2006/relationships/notesSlide" Target="../notesSlides/notesSlide192.xml"/><Relationship Id="rId3" Type="http://schemas.openxmlformats.org/officeDocument/2006/relationships/image" Target="../media/image168.jpg"/></Relationships>
</file>

<file path=ppt/slides/slide19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455" name="Shape 145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56" name="Google Shape;1456;p216"/>
          <p:cNvSpPr txBox="1"/>
          <p:nvPr>
            <p:ph type="title"/>
          </p:nvPr>
        </p:nvSpPr>
        <p:spPr>
          <a:xfrm>
            <a:off x="548650" y="576075"/>
            <a:ext cx="3556800" cy="868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</a:pPr>
            <a:r>
              <a:rPr lang="zh-CN"/>
              <a:t>The Psychology of Color</a:t>
            </a:r>
            <a:endParaRPr/>
          </a:p>
        </p:txBody>
      </p:sp>
      <p:sp>
        <p:nvSpPr>
          <p:cNvPr id="1457" name="Google Shape;1457;p216"/>
          <p:cNvSpPr txBox="1"/>
          <p:nvPr>
            <p:ph idx="1" type="body"/>
          </p:nvPr>
        </p:nvSpPr>
        <p:spPr>
          <a:xfrm>
            <a:off x="1836065" y="189468"/>
            <a:ext cx="3666600" cy="28713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rmAutofit fontScale="85000" lnSpcReduction="10000"/>
          </a:bodyPr>
          <a:lstStyle/>
          <a:p>
            <a:pPr indent="-325755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ct val="100000"/>
              <a:buChar char="●"/>
            </a:pPr>
            <a:r>
              <a:rPr lang="zh-CN"/>
              <a:t>Color psychology studies how colors affect human emotion and behavior.</a:t>
            </a:r>
            <a:endParaRPr/>
          </a:p>
          <a:p>
            <a:pPr indent="-325755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ct val="100000"/>
              <a:buChar char="●"/>
            </a:pPr>
            <a:r>
              <a:rPr lang="zh-CN"/>
              <a:t>Warm colors (red, orange, yellow) evoke energy, excitement, and urgency.</a:t>
            </a:r>
            <a:endParaRPr/>
          </a:p>
          <a:p>
            <a:pPr indent="-325755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ct val="100000"/>
              <a:buChar char="●"/>
            </a:pPr>
            <a:r>
              <a:rPr lang="zh-CN"/>
              <a:t>Cool colors (blue, green) evoke calmness, trust, and peace.</a:t>
            </a:r>
            <a:endParaRPr/>
          </a:p>
          <a:p>
            <a:pPr indent="-325755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ct val="100000"/>
              <a:buChar char="●"/>
            </a:pPr>
            <a:r>
              <a:rPr lang="zh-CN"/>
              <a:t>Color can influence perception, mood, and decision-making.</a:t>
            </a:r>
            <a:endParaRPr/>
          </a:p>
          <a:p>
            <a:pPr indent="-325755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ct val="100000"/>
              <a:buChar char="●"/>
            </a:pPr>
            <a:r>
              <a:rPr lang="zh-CN"/>
              <a:t>Used in marketing, design, and branding to elicit specific responses.</a:t>
            </a:r>
            <a:endParaRPr/>
          </a:p>
        </p:txBody>
      </p:sp>
      <p:pic>
        <p:nvPicPr>
          <p:cNvPr id="1458" name="Google Shape;1458;p216"/>
          <p:cNvPicPr preferRelativeResize="0"/>
          <p:nvPr>
            <p:ph idx="2" type="pic"/>
          </p:nvPr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4517136" y="475488"/>
            <a:ext cx="4188000" cy="4188000"/>
          </a:xfrm>
          <a:prstGeom prst="roundRect">
            <a:avLst>
              <a:gd fmla="val 8475" name="adj"/>
            </a:avLst>
          </a:prstGeom>
          <a:noFill/>
          <a:ln>
            <a:noFill/>
          </a:ln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xmlns:r="http://schemas.openxmlformats.org/officeDocument/2006/relationships" name="Simple Light">
  <a:themeElements>
    <a:clrScheme name="Simple Light">
      <a:dk1>
        <a:srgbClr val="000000"/>
      </a:dk1>
      <a:lt1>
        <a:srgbClr val="FFFFFF"/>
      </a:lt1>
      <a:dk2>
        <a:srgbClr val="595959"/>
      </a:dk2>
      <a:lt2>
        <a:srgbClr val="EEEEEE"/>
      </a:lt2>
      <a:accent1>
        <a:srgbClr val="4285F4"/>
      </a:accent1>
      <a:accent2>
        <a:srgbClr val="212121"/>
      </a:accent2>
      <a:accent3>
        <a:srgbClr val="78909C"/>
      </a:accent3>
      <a:accent4>
        <a:srgbClr val="FFAB40"/>
      </a:accent4>
      <a:accent5>
        <a:srgbClr val="0097A7"/>
      </a:accent5>
      <a:accent6>
        <a:srgbClr val="EEFF41"/>
      </a:accent6>
      <a:hlink>
        <a:srgbClr val="0097A7"/>
      </a:hlink>
      <a:folHlink>
        <a:srgbClr val="0097A7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2.xml><?xml version="1.0" encoding="utf-8"?>
<a:theme xmlns:a="http://schemas.openxmlformats.org/drawingml/2006/main" xmlns:r="http://schemas.openxmlformats.org/officeDocument/2006/relationships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