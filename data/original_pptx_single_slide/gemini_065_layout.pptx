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0" r:id="rId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0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jpg"/></Relationships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575" name="Google Shape;575;p8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Mantis Shrimp: Punches with the force of a bullet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</a:t>
            </a:r>
            <a:endParaRPr/>
          </a:p>
        </p:txBody>
      </p:sp>
      <p:pic>
        <p:nvPicPr>
          <p:cNvPr id="576" name="Google Shape;576;p8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