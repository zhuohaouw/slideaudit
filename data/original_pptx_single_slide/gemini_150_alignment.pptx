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5" r:id="rId1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5" Type="http://schemas.openxmlformats.org/officeDocument/2006/relationships/slide" Target="slides/slide1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5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9" name="Google Shape;1159;p15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126.jpg"/></Relationships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74"/>
          <p:cNvSpPr txBox="1"/>
          <p:nvPr>
            <p:ph type="title"/>
          </p:nvPr>
        </p:nvSpPr>
        <p:spPr>
          <a:xfrm>
            <a:off x="548692" y="576090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History's Strangest Coincidences</a:t>
            </a:r>
            <a:endParaRPr/>
          </a:p>
        </p:txBody>
      </p:sp>
      <p:sp>
        <p:nvSpPr>
          <p:cNvPr id="1162" name="Google Shape;1162;p174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"Curse" of the Titanic: Fictional book predicted the Titanic's sinking 14 years before it happened. Luck?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Mark Twain and Halley's Comet: Born and died during Halley's Comet appearances. Luck?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Lincoln-Kennedy Coincidences: Eerie similarities between the assassinations of two presidents. Luck?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Twin Strangers: Two identical strangers met by chance. Just an interesting coincidence?</a:t>
            </a:r>
            <a:endParaRPr/>
          </a:p>
        </p:txBody>
      </p:sp>
      <p:pic>
        <p:nvPicPr>
          <p:cNvPr id="1163" name="Google Shape;1163;p17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