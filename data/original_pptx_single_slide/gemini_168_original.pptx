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3" r:id="rId1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3" Type="http://schemas.openxmlformats.org/officeDocument/2006/relationships/slide" Target="slides/slide1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31bfb8c82e_1_43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67.jpg"/></Relationships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9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Chocolate: From Bean to Bar 🍫</a:t>
            </a:r>
            <a:endParaRPr/>
          </a:p>
        </p:txBody>
      </p:sp>
      <p:sp>
        <p:nvSpPr>
          <p:cNvPr id="1124" name="Google Shape;1124;p19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Dark Chocolate: High cocoa content, low sugar.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Milk Chocolate: Less cocoa, more sugar and milk.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White Chocolate: No cocoa solids, only cocoa butter.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Health Benefits: Antioxidants, improved blood flow, reduced risk of heart disease.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Dark Chocolate Benefits: High flavanols, potential cognitive benefits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Choose High Cocoa Content: Aim for 70% or higher for maximum benefits.</a:t>
            </a:r>
            <a:endParaRPr/>
          </a:p>
        </p:txBody>
      </p:sp>
      <p:pic>
        <p:nvPicPr>
          <p:cNvPr id="1125" name="Google Shape;1125;p19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