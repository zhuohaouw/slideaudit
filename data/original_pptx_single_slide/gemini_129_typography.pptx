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4" r:id="rId1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4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5" name="Google Shape;1015;p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6.jpg"/></Relationships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5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Medical Practices</a:t>
            </a:r>
            <a:endParaRPr/>
          </a:p>
        </p:txBody>
      </p:sp>
      <p:sp>
        <p:nvSpPr>
          <p:cNvPr id="1018" name="Google Shape;1018;p15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/>
              <a:t>Ancient Egypt: Extensive use of herbs and plants for medicine.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/>
              <a:t>Ancient Greece: Humoral theory - balance of 4 humors.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Ancient India: Ayurveda - holistic healing system, focus on balance.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Ancient China: Acupuncture, herbal remedies, and Qi energy.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ANCIENT ROME: GALEN'S MEDICAL TEACHINGS INFLUENCED WESTERN MEDICINE FOR CENTURIES.</a:t>
            </a:r>
            <a:endParaRPr/>
          </a:p>
        </p:txBody>
      </p:sp>
      <p:pic>
        <p:nvPicPr>
          <p:cNvPr id="1019" name="Google Shape;1019;p1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