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6" r:id="rId1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6" Type="http://schemas.openxmlformats.org/officeDocument/2006/relationships/slide" Target="slides/slide1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12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0" name="Google Shape;960;p1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100.jpg"/></Relationships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14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Evolution of Accents 🗣️</a:t>
            </a:r>
            <a:endParaRPr/>
          </a:p>
        </p:txBody>
      </p:sp>
      <p:sp>
        <p:nvSpPr>
          <p:cNvPr id="963" name="Google Shape;963;p14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0" lang="zh-CN" u="none">
                <a:solidFill>
                  <a:srgbClr val="015D81"/>
                </a:solidFill>
              </a:rPr>
              <a:t>Accents are developed due to geographical and social factors.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u="none">
                <a:solidFill>
                  <a:srgbClr val="E6C32C"/>
                </a:solidFill>
              </a:rPr>
              <a:t>We pick up speech patterns and pronunciation from those around us.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1" lang="zh-CN" u="sng">
                <a:solidFill>
                  <a:srgbClr val="509FC1"/>
                </a:solidFill>
              </a:rPr>
              <a:t>Accents can change due to migration, media exposure, and social mobility.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1" lang="zh-CN" u="sng">
                <a:solidFill>
                  <a:srgbClr val="7FCC56"/>
                </a:solidFill>
              </a:rPr>
              <a:t>YOUNG PEOPLE ARE MORE LIKELY TO ADOPT NEW SPEECH PATTERNS.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0" lang="zh-CN" u="sng">
                <a:solidFill>
                  <a:srgbClr val="68F925"/>
                </a:solidFill>
              </a:rPr>
              <a:t>ACCENTS ARE CONSTANTLY EVOLVING AND CAN BE MARKERS OF IDENTITY.</a:t>
            </a:r>
            <a:endParaRPr/>
          </a:p>
        </p:txBody>
      </p:sp>
      <p:pic>
        <p:nvPicPr>
          <p:cNvPr id="964" name="Google Shape;964;p14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