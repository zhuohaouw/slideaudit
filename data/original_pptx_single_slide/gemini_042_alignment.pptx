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7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7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2" name="Google Shape;402;p4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2.jpg"/></Relationships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Cybersecurity Threats</a:t>
            </a:r>
            <a:endParaRPr/>
          </a:p>
        </p:txBody>
      </p:sp>
      <p:sp>
        <p:nvSpPr>
          <p:cNvPr id="405" name="Google Shape;405;p6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Malware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Phishing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Man-in-the-middle attack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Denial-of-service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SQL Injection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Zero-day attack</a:t>
            </a:r>
            <a:endParaRPr/>
          </a:p>
        </p:txBody>
      </p:sp>
      <p:pic>
        <p:nvPicPr>
          <p:cNvPr id="406" name="Google Shape;406;p6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80" y="1554508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