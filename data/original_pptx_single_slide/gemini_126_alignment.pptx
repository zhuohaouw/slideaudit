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1" r:id="rId1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1" Type="http://schemas.openxmlformats.org/officeDocument/2006/relationships/slide" Target="slides/slide1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5" name="Google Shape;995;p1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6.xml"/></Relationships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50"/>
          <p:cNvSpPr txBox="1"/>
          <p:nvPr>
            <p:ph idx="1" type="body"/>
          </p:nvPr>
        </p:nvSpPr>
        <p:spPr>
          <a:xfrm>
            <a:off x="0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cryptography: Used simple ciphers like Caesar cipher (shifting letters).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Medieval cryptography: More complex ciphers developed, but still breakable.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Enigma machine: Used in WWII, complex encryption, cracked by Allied forces.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cryptography: Uses advanced algorithms and computers for encryption.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Cybersecurity: Protects data from unauthorized access using cryptography.</a:t>
            </a:r>
            <a:endParaRPr/>
          </a:p>
        </p:txBody>
      </p:sp>
      <p:sp>
        <p:nvSpPr>
          <p:cNvPr id="998" name="Google Shape;998;p150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Cryptography: Ancient Art to Modern Science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