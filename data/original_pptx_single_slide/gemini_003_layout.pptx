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/Relationships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title"/>
          </p:nvPr>
        </p:nvSpPr>
        <p:spPr>
          <a:xfrm>
            <a:off x="5362500" y="640075"/>
            <a:ext cx="2983406" cy="684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Cryptocurrency and Blockchain 101</a:t>
            </a:r>
            <a:endParaRPr/>
          </a:p>
        </p:txBody>
      </p:sp>
      <p:sp>
        <p:nvSpPr>
          <p:cNvPr id="137" name="Google Shape;137;p27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Cryptocurrency: Digital or virtual currency that uses cryptography for security.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Blockchain: Decentralized, distributed public ledger that records transactions across many computers.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Transactions are verified by network nodes and recorded in blocks.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Each block contains a cryptographic hash of the previous block, creating a chain of blocks.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chain makes it difficult to change or tamper with the data.</a:t>
            </a:r>
            <a:endParaRPr/>
          </a:p>
        </p:txBody>
      </p:sp>
      <p:pic>
        <p:nvPicPr>
          <p:cNvPr id="138" name="Google Shape;138;p2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