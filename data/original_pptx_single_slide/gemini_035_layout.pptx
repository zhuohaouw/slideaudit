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0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jpg"/></Relationships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9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Psychology of Lying</a:t>
            </a:r>
            <a:endParaRPr/>
          </a:p>
        </p:txBody>
      </p:sp>
      <p:sp>
        <p:nvSpPr>
          <p:cNvPr id="356" name="Google Shape;356;p59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Why People Lie: To avoid punishment, protect themselves, maintain a positive image, or influence others.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Deception Detection: Analyze body language, facial expressions, and verbal cues.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Microexpressions: Fleeting facial expressions that reveal true emotions.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Verbal Cues: Inconsistencies, evasiveness, or overemphasis.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Behavioral Changes: Fidgeting, avoiding eye contact, or changes in vocal tone.</a:t>
            </a:r>
            <a:endParaRPr/>
          </a:p>
        </p:txBody>
      </p:sp>
      <p:pic>
        <p:nvPicPr>
          <p:cNvPr id="357" name="Google Shape;357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61" y="48369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