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0" r:id="rId1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0" Type="http://schemas.openxmlformats.org/officeDocument/2006/relationships/slide" Target="slides/slide1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5" name="Google Shape;1405;p1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64.jpg"/></Relationships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20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1408" name="Google Shape;1408;p209"/>
          <p:cNvSpPr txBox="1"/>
          <p:nvPr>
            <p:ph idx="1" type="body"/>
          </p:nvPr>
        </p:nvSpPr>
        <p:spPr>
          <a:xfrm>
            <a:off x="5477400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1409" name="Google Shape;1409;p2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