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0" r:id="rId1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0" Type="http://schemas.openxmlformats.org/officeDocument/2006/relationships/slide" Target="slides/slide1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12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8" name="Google Shape;988;p12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124.jpg"/></Relationships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149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>
                <a:solidFill>
                  <a:srgbClr val="6E68E5"/>
                </a:solidFill>
              </a:rPr>
              <a:t>The Science of Happiness</a:t>
            </a:r>
            <a:endParaRPr/>
          </a:p>
        </p:txBody>
      </p:sp>
      <p:sp>
        <p:nvSpPr>
          <p:cNvPr id="991" name="Google Shape;991;p149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Happiness involves social, psychological and biological factors.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Social factors include strong relationships and community.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Psychological factors include positive emotions and life satisfaction.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Biological factors include genetics and brain chemistry.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Activities like mindfulness and gratitude can boost happiness.</a:t>
            </a:r>
            <a:endParaRPr/>
          </a:p>
        </p:txBody>
      </p:sp>
      <p:pic>
        <p:nvPicPr>
          <p:cNvPr id="992" name="Google Shape;992;p14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