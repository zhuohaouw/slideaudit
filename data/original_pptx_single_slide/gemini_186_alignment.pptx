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1" r:id="rId19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1" Type="http://schemas.openxmlformats.org/officeDocument/2006/relationships/slide" Target="slides/slide18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2" name="Google Shape;1412;p18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81.jpg"/></Relationships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210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Déjà Vu Mystery</a:t>
            </a:r>
            <a:endParaRPr/>
          </a:p>
        </p:txBody>
      </p:sp>
      <p:sp>
        <p:nvSpPr>
          <p:cNvPr id="1415" name="Google Shape;1415;p210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Déjà vu -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Neurological Disorder: linked to epilepsy</a:t>
            </a:r>
            <a:endParaRPr/>
          </a:p>
        </p:txBody>
      </p:sp>
      <p:pic>
        <p:nvPicPr>
          <p:cNvPr id="1416" name="Google Shape;1416;p2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3200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