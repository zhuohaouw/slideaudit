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3" r:id="rId1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3" Type="http://schemas.openxmlformats.org/officeDocument/2006/relationships/slide" Target="slides/slide1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8" name="Google Shape;1358;p1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65.jpg"/></Relationships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0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1361" name="Google Shape;1361;p20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Incongruity: Unexpected events or behaviors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Superiority: Feeling above the subject of the joke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Relief: Tension release from taboo topics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Slapstick: Physical comedy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Wordplay: Puns or double entendres</a:t>
            </a:r>
            <a:endParaRPr/>
          </a:p>
        </p:txBody>
      </p:sp>
      <p:pic>
        <p:nvPicPr>
          <p:cNvPr id="1362" name="Google Shape;1362;p20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474" y="663183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