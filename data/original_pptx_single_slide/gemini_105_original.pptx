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0" r:id="rId1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0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31bfb8c82e_1_27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02.jpg"/></Relationships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29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Future of Cities 🏙️</a:t>
            </a:r>
            <a:endParaRPr/>
          </a:p>
        </p:txBody>
      </p:sp>
      <p:sp>
        <p:nvSpPr>
          <p:cNvPr id="748" name="Google Shape;748;p12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Smart Cities: Tech-driven efficiency and sustainability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Urban Greening: Parks and vertical gardens for improved well-being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Sustainable Transport: Reduced emissions with electric and shared vehicles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Resilient Infrastructure: Built to withstand climate change and disasters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Inclusive Development: Affordable housing and equitable access to resources</a:t>
            </a:r>
            <a:endParaRPr/>
          </a:p>
        </p:txBody>
      </p:sp>
      <p:pic>
        <p:nvPicPr>
          <p:cNvPr id="749" name="Google Shape;749;p12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