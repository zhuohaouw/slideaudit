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3" r:id="rId1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3" Type="http://schemas.openxmlformats.org/officeDocument/2006/relationships/slide" Target="slides/slide1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7" name="Google Shape;1217;p15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36.jpg"/></Relationships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18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World's Deepest Caves</a:t>
            </a:r>
            <a:endParaRPr/>
          </a:p>
        </p:txBody>
      </p:sp>
      <p:sp>
        <p:nvSpPr>
          <p:cNvPr id="1220" name="Google Shape;1220;p18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Krubera Cave: 2,197 meters (7,208 ft)</a:t>
            </a:r>
            <a:endParaRPr/>
          </a:p>
        </p:txBody>
      </p:sp>
      <p:sp>
        <p:nvSpPr>
          <p:cNvPr id="1221" name="Google Shape;1221;p18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Veryovkina Cave: 2,212 meters (7,257 ft)</a:t>
            </a:r>
            <a:endParaRPr/>
          </a:p>
        </p:txBody>
      </p:sp>
      <p:sp>
        <p:nvSpPr>
          <p:cNvPr id="1222" name="Google Shape;1222;p18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Sarma Cave: 1,830 meters (6,004 ft)</a:t>
            </a:r>
            <a:endParaRPr/>
          </a:p>
        </p:txBody>
      </p:sp>
      <p:sp>
        <p:nvSpPr>
          <p:cNvPr id="1223" name="Google Shape;1223;p182"/>
          <p:cNvSpPr txBox="1"/>
          <p:nvPr>
            <p:ph idx="5" type="body"/>
          </p:nvPr>
        </p:nvSpPr>
        <p:spPr>
          <a:xfrm>
            <a:off x="1042416" y="3347432"/>
            <a:ext cx="2576857" cy="2378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17647"/>
              <a:buNone/>
            </a:pPr>
            <a:r>
              <a:rPr lang="zh-CN"/>
              <a:t>Discovered by Alexander Kruber, Oleg Parfenov, and Sergio García-Dils de la Vega, respectively</a:t>
            </a:r>
            <a:endParaRPr/>
          </a:p>
        </p:txBody>
      </p:sp>
      <p:pic>
        <p:nvPicPr>
          <p:cNvPr id="1224" name="Google Shape;1224;p18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