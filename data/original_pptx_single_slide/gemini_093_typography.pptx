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8" r:id="rId9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8" Type="http://schemas.openxmlformats.org/officeDocument/2006/relationships/slide" Target="slides/slide9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9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6" name="Google Shape;766;p9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69.jpg"/></Relationships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17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Secret Codes &amp; Spycraft</a:t>
            </a:r>
            <a:endParaRPr/>
          </a:p>
        </p:txBody>
      </p:sp>
      <p:sp>
        <p:nvSpPr>
          <p:cNvPr id="769" name="Google Shape;769;p117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000"/>
              <a:t>Steganography: Concealing messages within ordinary objects.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200"/>
              <a:t>Invisible ink: Used for secret correspondence.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200"/>
              <a:t>Codebooks: Contained ciphers for encoding and decoding messages.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3000"/>
              <a:t>Ciphers:  Algorithms for encrypting and decrypting information.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4000"/>
              <a:t>Dead drops: Secret locations for exchanging items or information.</a:t>
            </a:r>
            <a:endParaRPr/>
          </a:p>
        </p:txBody>
      </p:sp>
      <p:pic>
        <p:nvPicPr>
          <p:cNvPr id="770" name="Google Shape;770;p11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