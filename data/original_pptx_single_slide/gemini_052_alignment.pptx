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7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7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jpg"/></Relationships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6"/>
          <p:cNvSpPr txBox="1"/>
          <p:nvPr>
            <p:ph type="title"/>
          </p:nvPr>
        </p:nvSpPr>
        <p:spPr>
          <a:xfrm>
            <a:off x="6355200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Alternative Energy: The Future of Power</a:t>
            </a:r>
            <a:endParaRPr/>
          </a:p>
        </p:txBody>
      </p:sp>
      <p:sp>
        <p:nvSpPr>
          <p:cNvPr id="481" name="Google Shape;481;p76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Solar and wind power are experiencing rapid cost declines.</a:t>
            </a:r>
            <a:endParaRPr/>
          </a:p>
        </p:txBody>
      </p:sp>
      <p:sp>
        <p:nvSpPr>
          <p:cNvPr id="482" name="Google Shape;482;p76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Solar and wind are now the cheapest sources of new energy generation.</a:t>
            </a:r>
            <a:endParaRPr/>
          </a:p>
        </p:txBody>
      </p:sp>
      <p:sp>
        <p:nvSpPr>
          <p:cNvPr id="483" name="Google Shape;483;p76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The potential of solar and wind is vast, exceeding current and future global energy needs.</a:t>
            </a:r>
            <a:endParaRPr/>
          </a:p>
        </p:txBody>
      </p:sp>
      <p:sp>
        <p:nvSpPr>
          <p:cNvPr id="484" name="Google Shape;484;p76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Alternative energy sources could meet the world's energy demand 100 times over.</a:t>
            </a:r>
            <a:endParaRPr/>
          </a:p>
        </p:txBody>
      </p:sp>
      <p:pic>
        <p:nvPicPr>
          <p:cNvPr id="485" name="Google Shape;485;p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