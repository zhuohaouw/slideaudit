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jpg"/></Relationships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2000">
                <a:solidFill>
                  <a:srgbClr val="BB1F79"/>
                </a:solidFill>
              </a:rPr>
              <a:t>Ancient Civilizations: A Brief Overview</a:t>
            </a:r>
            <a:endParaRPr/>
          </a:p>
        </p:txBody>
      </p:sp>
      <p:sp>
        <p:nvSpPr>
          <p:cNvPr id="204" name="Google Shape;204;p37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Mesopotamia: Tigris-Euphrates river system, cuneiform writing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Egypt: Nile River Valley, hieroglyphic writing, pyramids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Indus Valley: Advanced urban planning, undeciphered script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China: Yellow River, early writing systems, dynastic rule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Maya: Mesoamerica, complex calendar, hieroglyphic writing</a:t>
            </a:r>
            <a:endParaRPr/>
          </a:p>
        </p:txBody>
      </p:sp>
      <p:pic>
        <p:nvPicPr>
          <p:cNvPr id="205" name="Google Shape;205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