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The Rise And Fall Of Empires</a:t>
            </a:r>
            <a:endParaRPr/>
          </a:p>
        </p:txBody>
      </p:sp>
      <p:sp>
        <p:nvSpPr>
          <p:cNvPr id="170" name="Google Shape;170;p32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 lnSpcReduction="1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Rise: Strong leadership, military power, economic prosperity, cultural influence.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Fall: Weak leadership, corruption, overexpansion, external invasions, economic decline.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Example: Roman Empire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27 BC - 476 AD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Remember: Empires are not built overnight, and their falls are often gradual.</a:t>
            </a:r>
            <a:endParaRPr/>
          </a:p>
        </p:txBody>
      </p:sp>
      <p:pic>
        <p:nvPicPr>
          <p:cNvPr id="171" name="Google Shape;171;p3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