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5" r:id="rId9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5" Type="http://schemas.openxmlformats.org/officeDocument/2006/relationships/slide" Target="slides/slide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5" name="Google Shape;745;p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7.jpg"/></Relationships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14"/>
          <p:cNvSpPr txBox="1"/>
          <p:nvPr>
            <p:ph type="title"/>
          </p:nvPr>
        </p:nvSpPr>
        <p:spPr>
          <a:xfrm>
            <a:off x="384048" y="329184"/>
            <a:ext cx="3240633" cy="89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Extreme Weather Events ⛈️🔥🌊</a:t>
            </a:r>
            <a:endParaRPr/>
          </a:p>
        </p:txBody>
      </p:sp>
      <p:sp>
        <p:nvSpPr>
          <p:cNvPr id="748" name="Google Shape;748;p114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Extreme Heat: Record-breaking temperatures caused by climate change and heat waves.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Drought: Prolonged dry periods due to lack of rainfall, leading to water shortages.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Floods: Overflowing water from heavy rainfall or melting snow, causing widespread damage.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Wildfires: Rapidly spreading fires fueled by dry vegetation and strong winds.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Winter Storms: Severe snowstorms and blizzards causing disruption and freezing temperatures.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Tornadoes and Hurricanes: Rotating storms with high winds and heavy rainfall, causing devastating damage.</a:t>
            </a:r>
            <a:endParaRPr/>
          </a:p>
        </p:txBody>
      </p:sp>
      <p:pic>
        <p:nvPicPr>
          <p:cNvPr id="749" name="Google Shape;749;p1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