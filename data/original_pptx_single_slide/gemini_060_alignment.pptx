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5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5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p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jpg"/></Relationships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Energy Storage Solutions 🔋 ☀️ 💡</a:t>
            </a:r>
            <a:endParaRPr/>
          </a:p>
        </p:txBody>
      </p:sp>
      <p:sp>
        <p:nvSpPr>
          <p:cNvPr id="540" name="Google Shape;540;p84"/>
          <p:cNvSpPr txBox="1"/>
          <p:nvPr>
            <p:ph idx="1" type="body"/>
          </p:nvPr>
        </p:nvSpPr>
        <p:spPr>
          <a:xfrm>
            <a:off x="55869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Batteries: Store electricity for later use.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Pumped Hydro: Stores energy using water and gravity.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Compressed Air: Stores energy by compressing air in underground reservoirs.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Flywheels: Store energy mechanically through rotation.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Thermal Energy Storage: Stores heat or cold for later use.</a:t>
            </a:r>
            <a:endParaRPr/>
          </a:p>
        </p:txBody>
      </p:sp>
      <p:pic>
        <p:nvPicPr>
          <p:cNvPr id="541" name="Google Shape;541;p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