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Space Colonization 🌌</a:t>
            </a:r>
            <a:endParaRPr/>
          </a:p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Establishing human presence beyond Earth.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Involves creating self-sustaining habitats on other planets or moons.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 include resource extraction, scientific research, and species survival.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technological limitations, ethical considerations, and high costs.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international cooperation and long-term planning.</a:t>
            </a:r>
            <a:endParaRPr/>
          </a:p>
        </p:txBody>
      </p:sp>
      <p:pic>
        <p:nvPicPr>
          <p:cNvPr id="239" name="Google Shape;239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