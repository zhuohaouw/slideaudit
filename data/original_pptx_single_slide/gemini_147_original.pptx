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4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4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02" r:id="rId15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52" Type="http://schemas.openxmlformats.org/officeDocument/2006/relationships/slide" Target="slides/slide14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g331bfb8c82e_1_382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47.xml"/><Relationship Id="rId3" Type="http://schemas.openxmlformats.org/officeDocument/2006/relationships/image" Target="../media/image135.jpg"/></Relationships>
</file>

<file path=ppt/slides/slide1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17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Tea: A Global History ☕️</a:t>
            </a:r>
            <a:endParaRPr/>
          </a:p>
        </p:txBody>
      </p:sp>
      <p:sp>
        <p:nvSpPr>
          <p:cNvPr id="994" name="Google Shape;994;p17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China: Originated 5,000 years ago, medicinal and then social beverage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Japan: Introduced in 12th century, tea ceremony reflects Zen Buddhism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India: British established tea plantations in 1800s, now major producer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Britain: Tea arrived in 17th century, became national beverage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USA: Boston Tea Party (1773) key event leading to American Revolution</a:t>
            </a:r>
            <a:endParaRPr/>
          </a:p>
        </p:txBody>
      </p:sp>
      <p:pic>
        <p:nvPicPr>
          <p:cNvPr id="995" name="Google Shape;995;p171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