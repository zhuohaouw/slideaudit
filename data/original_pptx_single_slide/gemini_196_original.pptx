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1" r:id="rId20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1" Type="http://schemas.openxmlformats.org/officeDocument/2006/relationships/slide" Target="slides/slide1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31bfb8c82e_1_510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75.jpg"/></Relationships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220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Importance of Sleep</a:t>
            </a:r>
            <a:endParaRPr/>
          </a:p>
        </p:txBody>
      </p:sp>
      <p:sp>
        <p:nvSpPr>
          <p:cNvPr id="1289" name="Google Shape;1289;p220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Sleep allows our body and mind to recharge</a:t>
            </a:r>
            <a:endParaRPr/>
          </a:p>
        </p:txBody>
      </p:sp>
      <p:sp>
        <p:nvSpPr>
          <p:cNvPr id="1290" name="Google Shape;1290;p220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Sleep deprivation can lead to poor concentration and mood swings</a:t>
            </a:r>
            <a:endParaRPr/>
          </a:p>
        </p:txBody>
      </p:sp>
      <p:sp>
        <p:nvSpPr>
          <p:cNvPr id="1291" name="Google Shape;1291;p220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Lack of sleep is linked to serious health problems, including heart disease and diabetes</a:t>
            </a:r>
            <a:endParaRPr/>
          </a:p>
        </p:txBody>
      </p:sp>
      <p:sp>
        <p:nvSpPr>
          <p:cNvPr id="1292" name="Google Shape;1292;p220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Getting enough sleep is essential for overall health and well-being</a:t>
            </a:r>
            <a:endParaRPr/>
          </a:p>
        </p:txBody>
      </p:sp>
      <p:pic>
        <p:nvPicPr>
          <p:cNvPr id="1293" name="Google Shape;1293;p22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