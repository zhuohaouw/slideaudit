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8" r:id="rId1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8" Type="http://schemas.openxmlformats.org/officeDocument/2006/relationships/slide" Target="slides/slide1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31bfb8c82e_1_34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3.jpg"/></Relationships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Behind Consumer Choices</a:t>
            </a:r>
            <a:endParaRPr/>
          </a:p>
        </p:txBody>
      </p:sp>
      <p:sp>
        <p:nvSpPr>
          <p:cNvPr id="913" name="Google Shape;913;p15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Colors, sounds, and imagery are used to appeal to our senses.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Nostalgia and storytelling create an emotional connection and influence our perception of the brand.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proof and celebrity endorsements leverage authority and influence.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Scarcity and urgency create a sense of FOMO (fear of missing out).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Repetition and consistency build brand recognition and trust.</a:t>
            </a:r>
            <a:endParaRPr/>
          </a:p>
        </p:txBody>
      </p:sp>
      <p:pic>
        <p:nvPicPr>
          <p:cNvPr id="914" name="Google Shape;914;p15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