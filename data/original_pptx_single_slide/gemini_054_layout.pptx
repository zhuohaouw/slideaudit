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9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9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p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3.jpg"/></Relationships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Evolution of Communication 🗣️</a:t>
            </a:r>
            <a:endParaRPr/>
          </a:p>
        </p:txBody>
      </p:sp>
      <p:sp>
        <p:nvSpPr>
          <p:cNvPr id="498" name="Google Shape;498;p7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Cave Paintings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Written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Printing Press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Telegraph and Telephone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Radio and Television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and Social Media</a:t>
            </a:r>
            <a:endParaRPr/>
          </a:p>
        </p:txBody>
      </p:sp>
      <p:pic>
        <p:nvPicPr>
          <p:cNvPr id="499" name="Google Shape;499;p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3922375" cy="3922375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