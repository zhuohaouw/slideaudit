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6" r:id="rId1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6" Type="http://schemas.openxmlformats.org/officeDocument/2006/relationships/slide" Target="slides/slide1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0" name="Google Shape;890;p1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04.jpg"/></Relationships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35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Impact of Music</a:t>
            </a:r>
            <a:endParaRPr/>
          </a:p>
        </p:txBody>
      </p:sp>
      <p:sp>
        <p:nvSpPr>
          <p:cNvPr id="893" name="Google Shape;893;p135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activates many areas of the brain simultaneously.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triggers the release of dopamine, creating positive emotions.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therapy can help with memory, cognitive function, and mental health.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types of music evoke different emotions and brain responses.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can influence mood, reduce stress, and improve overall well-being.</a:t>
            </a:r>
            <a:endParaRPr/>
          </a:p>
        </p:txBody>
      </p:sp>
      <p:pic>
        <p:nvPicPr>
          <p:cNvPr id="894" name="Google Shape;894;p1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