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5" r:id="rId1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5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4" name="Google Shape;884;p1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3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Productivity</a:t>
            </a:r>
            <a:endParaRPr/>
          </a:p>
        </p:txBody>
      </p:sp>
      <p:sp>
        <p:nvSpPr>
          <p:cNvPr id="887" name="Google Shape;887;p13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600">
                <a:solidFill>
                  <a:srgbClr val="D85954"/>
                </a:solidFill>
              </a:rPr>
              <a:t>The Science of Productivity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000">
                <a:solidFill>
                  <a:srgbClr val="AD0767"/>
                </a:solidFill>
              </a:rPr>
              <a:t>Time Management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600">
                <a:solidFill>
                  <a:srgbClr val="CADB08"/>
                </a:solidFill>
              </a:rPr>
              <a:t>Pomodoro Technique - 25 min work, 5 min break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4000">
                <a:solidFill>
                  <a:srgbClr val="C38D43"/>
                </a:solidFill>
              </a:rPr>
              <a:t>Task Prioritization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200">
                <a:solidFill>
                  <a:srgbClr val="948162"/>
                </a:solidFill>
              </a:rPr>
              <a:t>Eisenhower Box - Urgent/Important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3000">
                <a:solidFill>
                  <a:srgbClr val="F8615C"/>
                </a:solidFill>
              </a:rPr>
              <a:t>Goal Setting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4000">
                <a:solidFill>
                  <a:srgbClr val="ED0DF6"/>
                </a:solidFill>
              </a:rPr>
              <a:t>SMART Goals - Specific, Measurable, Achievable, Relevant, Time-Bound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