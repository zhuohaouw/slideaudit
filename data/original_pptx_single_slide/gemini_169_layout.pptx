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4" r:id="rId1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4" Type="http://schemas.openxmlformats.org/officeDocument/2006/relationships/slide" Target="slides/slide1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6" name="Google Shape;1296;p1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48.jpg"/></Relationships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9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Evolution of Emojis 📱</a:t>
            </a:r>
            <a:endParaRPr/>
          </a:p>
        </p:txBody>
      </p:sp>
      <p:sp>
        <p:nvSpPr>
          <p:cNvPr id="1299" name="Google Shape;1299;p19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1999: Shigetaka Kurita creates the first emojis for a Japanese phone carrier.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2010: Unicode Standard incorporates emojis, enabling global use.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Increased use: Emojis enhance emotional expression and clarity in digital conversations.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Emojis transcend language barriers and add personality to text.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Evolution: Emojis now include diverse skin tones, genders, and accessibility options.</a:t>
            </a:r>
            <a:endParaRPr/>
          </a:p>
        </p:txBody>
      </p:sp>
      <p:pic>
        <p:nvPicPr>
          <p:cNvPr id="1300" name="Google Shape;1300;p1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