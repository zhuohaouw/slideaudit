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5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06" r:id="rId5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56" Type="http://schemas.openxmlformats.org/officeDocument/2006/relationships/slide" Target="slides/slide5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31bfb8c82e_1_134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4.jpg"/></Relationships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7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Dangerous Destinations ⚠️</a:t>
            </a:r>
            <a:endParaRPr/>
          </a:p>
        </p:txBody>
      </p:sp>
      <p:sp>
        <p:nvSpPr>
          <p:cNvPr id="423" name="Google Shape;423;p7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fontScale="77500" lnSpcReduction="100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Death Valley, USA: Extreme heat and arid conditions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Snake Island, Brazil: Home to thousands of venomous snakes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Danakil Depression, Ethiopia: Volcanic activity and toxic gases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Oymyakon, Russia: Extreme sub-zero temperatures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Lake Natron, Tanzania: Caustic waters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North Sentinel Island, India: Inhospitable and unwelcoming inhabitants</a:t>
            </a:r>
            <a:endParaRPr/>
          </a:p>
        </p:txBody>
      </p:sp>
      <p:pic>
        <p:nvPicPr>
          <p:cNvPr id="424" name="Google Shape;424;p75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