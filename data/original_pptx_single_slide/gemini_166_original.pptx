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1" r:id="rId1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1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31bfb8c82e_1_43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45.jpg"/></Relationships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9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Navigation Methods</a:t>
            </a:r>
            <a:endParaRPr/>
          </a:p>
        </p:txBody>
      </p:sp>
      <p:sp>
        <p:nvSpPr>
          <p:cNvPr id="1112" name="Google Shape;1112;p19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Celestial Navigation: Used the sun, moon, and stars to determine direction and latitude.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Landmarks and Geography:  Used coastlines, mountains, and rivers to navigate.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Dead Reckoning: Estimated position based on speed, direction, and time traveled.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Ocean Currents and Winds: Observed patterns to navigate across seas.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Polynesian Stick Charts: Maps made of sticks and shells represented islands, waves, and currents.</a:t>
            </a:r>
            <a:endParaRPr/>
          </a:p>
        </p:txBody>
      </p:sp>
      <p:pic>
        <p:nvPicPr>
          <p:cNvPr id="1113" name="Google Shape;1113;p19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