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7" r:id="rId1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7" Type="http://schemas.openxmlformats.org/officeDocument/2006/relationships/slide" Target="slides/slide1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31bfb8c82e_1_47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57.jpg"/></Relationships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20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Animal Echolocation</a:t>
            </a:r>
            <a:endParaRPr/>
          </a:p>
        </p:txBody>
      </p:sp>
      <p:sp>
        <p:nvSpPr>
          <p:cNvPr id="1206" name="Google Shape;1206;p20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Echolocation: emitting sounds and listening to echoes to locate objects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by bats, dolphins, whales and some birds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emit high-pitched sounds that bounce off objects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it takes for echo to return determines object's distance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Shape and size of object determined by changes in sound frequency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for navigation and hunting in darkness or murky waters</a:t>
            </a:r>
            <a:endParaRPr/>
          </a:p>
        </p:txBody>
      </p:sp>
      <p:pic>
        <p:nvPicPr>
          <p:cNvPr id="1207" name="Google Shape;1207;p20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