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1bfb8c82e_1_3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jpg"/></Relationships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Fermi Paradox: The Great Silence</a:t>
            </a:r>
            <a:endParaRPr/>
          </a:p>
        </p:txBody>
      </p:sp>
      <p:sp>
        <p:nvSpPr>
          <p:cNvPr id="202" name="Google Shape;202;p39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Fermi Paradox is the contradiction between the high probability of extraterrestrial life and the lack of evidence for it.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universe is vast and old, with billions of potentially habitable planets.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With such high probability, where is everybody?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paradox has sparked numerous hypotheses and scientific inquiries.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lack of a definitive answer makes it one of science's greatest unsolved mysteries.</a:t>
            </a:r>
            <a:endParaRPr/>
          </a:p>
        </p:txBody>
      </p:sp>
      <p:pic>
        <p:nvPicPr>
          <p:cNvPr id="203" name="Google Shape;203;p3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