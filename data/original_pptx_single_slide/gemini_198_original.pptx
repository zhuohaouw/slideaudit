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3" r:id="rId2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3" Type="http://schemas.openxmlformats.org/officeDocument/2006/relationships/slide" Target="slides/slide1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31bfb8c82e_1_51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76.jpg"/></Relationships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222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 Volcanic Eruptions Shape Our Earth 🌋</a:t>
            </a:r>
            <a:endParaRPr/>
          </a:p>
        </p:txBody>
      </p:sp>
      <p:sp>
        <p:nvSpPr>
          <p:cNvPr id="1304" name="Google Shape;1304;p222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eruptions create new landforms, including islands and mountains.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Lava flows can create fertile soil, fostering plant life.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Ash from eruptions can impact weather patterns and climate.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Eruptions can cause tsunamis and earthquakes, changing coastlines.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Volcanic activity releases gases, shaping the atmosphere.</a:t>
            </a:r>
            <a:endParaRPr/>
          </a:p>
        </p:txBody>
      </p:sp>
      <p:pic>
        <p:nvPicPr>
          <p:cNvPr id="1305" name="Google Shape;1305;p22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