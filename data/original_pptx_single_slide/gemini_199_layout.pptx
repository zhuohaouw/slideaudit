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4" r:id="rId2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4" Type="http://schemas.openxmlformats.org/officeDocument/2006/relationships/slide" Target="slides/slide1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6" name="Google Shape;1506;p1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79.jpg"/></Relationships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22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April Fool's Day Pranks 🤪</a:t>
            </a:r>
            <a:endParaRPr/>
          </a:p>
        </p:txBody>
      </p:sp>
      <p:sp>
        <p:nvSpPr>
          <p:cNvPr id="1509" name="Google Shape;1509;p223"/>
          <p:cNvSpPr txBox="1"/>
          <p:nvPr>
            <p:ph idx="1" type="body"/>
          </p:nvPr>
        </p:nvSpPr>
        <p:spPr>
          <a:xfrm>
            <a:off x="329184" y="1545336"/>
            <a:ext cx="1906047" cy="1835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are unknown but may be linked to the change from the Julian to Gregorian calendar.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1510" name="Google Shape;1510;p2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