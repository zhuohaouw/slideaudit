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3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31bfb8c82e_1_9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jpg"/></Relationships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2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Ethics of Human Cloning</a:t>
            </a:r>
            <a:endParaRPr/>
          </a:p>
        </p:txBody>
      </p:sp>
      <p:sp>
        <p:nvSpPr>
          <p:cNvPr id="339" name="Google Shape;339;p62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Ethical Concerns: Potential for physical harm, emotional distress, and identity issues.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Moral Status: Questions surrounding the moral status of clones.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Risks: Genetic abnormalities, exploitation, and social inequality.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Regulation: Need for strict regulations and oversight.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Societal Impact: Potential for devaluing human life and altering family structures.</a:t>
            </a:r>
            <a:endParaRPr/>
          </a:p>
        </p:txBody>
      </p:sp>
      <p:pic>
        <p:nvPicPr>
          <p:cNvPr id="340" name="Google Shape;340;p6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