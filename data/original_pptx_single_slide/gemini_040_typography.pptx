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5" r:id="rId4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5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8" name="Google Shape;388;p4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5.jpg"/></Relationships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4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Blockchain in Healthcare</a:t>
            </a:r>
            <a:endParaRPr/>
          </a:p>
        </p:txBody>
      </p:sp>
      <p:sp>
        <p:nvSpPr>
          <p:cNvPr id="391" name="Google Shape;391;p64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2000"/>
              <a:t>Securely shares patient data between healthcare providers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2000"/>
              <a:t>Increases transparency and traceability of drug supply chain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4000"/>
              <a:t>Automates payments and claims processing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3000"/>
              <a:t>Improves clinical trial data management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1600"/>
              <a:t>Manages consent and identity for patient data</a:t>
            </a:r>
            <a:endParaRPr/>
          </a:p>
        </p:txBody>
      </p:sp>
      <p:pic>
        <p:nvPicPr>
          <p:cNvPr id="392" name="Google Shape;392;p6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