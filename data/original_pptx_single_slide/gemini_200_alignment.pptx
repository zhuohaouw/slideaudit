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0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0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55" r:id="rId20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5" Type="http://schemas.openxmlformats.org/officeDocument/2006/relationships/slide" Target="slides/slide20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20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3" name="Google Shape;1513;p20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176.jpg"/></Relationships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22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Secret Societies and the World</a:t>
            </a:r>
            <a:endParaRPr/>
          </a:p>
        </p:txBody>
      </p:sp>
      <p:sp>
        <p:nvSpPr>
          <p:cNvPr id="1516" name="Google Shape;1516;p22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Secret societies are defined as exclusive organizations with concealed rituals and practices.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They have existed for centuries, influencing political, religious, and social events.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Examples include the Freemasons, Illuminati, and Knights Templar.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These societies have been shrouded in mystery and often linked to conspiracy theories.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Despite controversies, they have played a significant role in shaping history.</a:t>
            </a:r>
            <a:endParaRPr/>
          </a:p>
        </p:txBody>
      </p:sp>
      <p:pic>
        <p:nvPicPr>
          <p:cNvPr id="1517" name="Google Shape;1517;p22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6600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