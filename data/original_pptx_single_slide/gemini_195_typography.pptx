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0" r:id="rId2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0" Type="http://schemas.openxmlformats.org/officeDocument/2006/relationships/slide" Target="slides/slide1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5" name="Google Shape;1475;p1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69.jpg"/></Relationships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21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1" lang="zh-CN" u="sng">
                <a:solidFill>
                  <a:srgbClr val="33CF7D"/>
                </a:solidFill>
              </a:rPr>
              <a:t>The Role of Music in Religion</a:t>
            </a:r>
            <a:endParaRPr/>
          </a:p>
        </p:txBody>
      </p:sp>
      <p:sp>
        <p:nvSpPr>
          <p:cNvPr id="1478" name="Google Shape;1478;p21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plays a significant role in many religious and spiritual traditions.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to express devotion, praise, and connect with the divine.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Chanting, hymns, and instrumental music are common forms.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create a sense of community and shared experience.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Gregorian chants in Christianity, Qawwali in Islam, and Bhajans in Hinduism.</a:t>
            </a:r>
            <a:endParaRPr/>
          </a:p>
        </p:txBody>
      </p:sp>
      <p:pic>
        <p:nvPicPr>
          <p:cNvPr id="1479" name="Google Shape;1479;p2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