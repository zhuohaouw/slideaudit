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Most Expensive Artworks 💰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Salvator Mundi, Leonardo da Vinci, $450.3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Interchange, Willem de Kooning,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L'Homme au doigt, Alberto Giacometti, $141.3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Nafea faa ipoipo?, Paul Gauguin, $300 Million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Number 17A, Jackson Pollock, $200 Million</a:t>
            </a:r>
            <a:endParaRPr/>
          </a:p>
        </p:txBody>
      </p:sp>
      <p:pic>
        <p:nvPicPr>
          <p:cNvPr id="131" name="Google Shape;131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1161" y="370119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