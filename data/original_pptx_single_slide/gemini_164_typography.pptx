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6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19" r:id="rId16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69" Type="http://schemas.openxmlformats.org/officeDocument/2006/relationships/slide" Target="slides/slide16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16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2" name="Google Shape;1262;p16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4.xml"/><Relationship Id="rId3" Type="http://schemas.openxmlformats.org/officeDocument/2006/relationships/image" Target="../media/image157.jpg"/></Relationships>
</file>

<file path=ppt/slides/slide1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p188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0" lang="zh-CN" u="sng"/>
              <a:t>The Berlin Wall: Rise and Fall</a:t>
            </a:r>
            <a:endParaRPr/>
          </a:p>
        </p:txBody>
      </p:sp>
      <p:sp>
        <p:nvSpPr>
          <p:cNvPr id="1265" name="Google Shape;1265;p188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Construction: Built in 1961 to separate East and West Berlin.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Fall: Fell in 1989, symbolizing the end of the Cold War.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Impact: Reunification of Germany, collapse of Soviet Union, and inspiration for global freedom movements.</a:t>
            </a:r>
            <a:endParaRPr/>
          </a:p>
        </p:txBody>
      </p:sp>
      <p:pic>
        <p:nvPicPr>
          <p:cNvPr id="1266" name="Google Shape;1266;p18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