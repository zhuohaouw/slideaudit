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2" r:id="rId1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2" Type="http://schemas.openxmlformats.org/officeDocument/2006/relationships/slide" Target="slides/slide1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31bfb8c82e_1_43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50.jpg"/></Relationships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91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Bizarre Laws Still on the Books</a:t>
            </a:r>
            <a:endParaRPr/>
          </a:p>
        </p:txBody>
      </p:sp>
      <p:sp>
        <p:nvSpPr>
          <p:cNvPr id="1118" name="Google Shape;1118;p191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chew gum in Singapore.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die in the Houses of Parliament in England.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own only one guinea pig in Switzerland.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Reincarnation without government permission is forbidden in China.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flush the toilet after 10 PM in Switzerland.</a:t>
            </a:r>
            <a:endParaRPr/>
          </a:p>
        </p:txBody>
      </p:sp>
      <p:pic>
        <p:nvPicPr>
          <p:cNvPr id="1119" name="Google Shape;1119;p19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