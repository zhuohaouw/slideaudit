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7" r:id="rId1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7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4" name="Google Shape;1454;p1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67.jpg"/></Relationships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1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1457" name="Google Shape;1457;p21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Color psychology studies how colors affect human emotion and behavior.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/>
              <a:t>Warm colors (red, orange, yellow) evoke energy, excitement, and urgency.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Cool colors (blue, green) evoke calmness, trust, and peace.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Color can influence perception, mood, and decision-making.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/>
              <a:t>Used in marketing, design, and branding to elicit specific responses.</a:t>
            </a:r>
            <a:endParaRPr/>
          </a:p>
        </p:txBody>
      </p:sp>
      <p:pic>
        <p:nvPicPr>
          <p:cNvPr id="1458" name="Google Shape;1458;p2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