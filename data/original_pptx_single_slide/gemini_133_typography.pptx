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8" r:id="rId1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8" Type="http://schemas.openxmlformats.org/officeDocument/2006/relationships/slide" Target="slides/slide1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13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3" name="Google Shape;1043;p13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111.jpg"/></Relationships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157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Psychology Behind Consumer Choices</a:t>
            </a:r>
            <a:endParaRPr/>
          </a:p>
        </p:txBody>
      </p:sp>
      <p:sp>
        <p:nvSpPr>
          <p:cNvPr id="1046" name="Google Shape;1046;p157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8DC05E"/>
                </a:solidFill>
              </a:rPr>
              <a:t>Colors, sounds, and imagery are used to appeal to our senses.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B2FA76"/>
                </a:solidFill>
              </a:rPr>
              <a:t>Nostalgia and storytelling create an emotional connection and influence our perception of the brand.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49BAFF"/>
                </a:solidFill>
              </a:rPr>
              <a:t>Social proof and celebrity endorsements leverage authority and influence.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D6C3F6"/>
                </a:solidFill>
              </a:rPr>
              <a:t>Scarcity and urgency create a sense of FOMO (fear of missing out).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B4EC9A"/>
                </a:solidFill>
              </a:rPr>
              <a:t>Repetition and consistency build brand recognition and trust.</a:t>
            </a:r>
            <a:endParaRPr/>
          </a:p>
        </p:txBody>
      </p:sp>
      <p:pic>
        <p:nvPicPr>
          <p:cNvPr id="1047" name="Google Shape;1047;p15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