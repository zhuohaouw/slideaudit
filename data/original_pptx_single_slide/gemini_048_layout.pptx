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3" r:id="rId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3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7" name="Google Shape;447;p4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5.jpg"/></Relationships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2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Introvert vs. Extrovert 🧠</a:t>
            </a:r>
            <a:endParaRPr/>
          </a:p>
        </p:txBody>
      </p:sp>
      <p:sp>
        <p:nvSpPr>
          <p:cNvPr id="450" name="Google Shape;450;p72"/>
          <p:cNvSpPr txBox="1"/>
          <p:nvPr>
            <p:ph idx="1" type="body"/>
          </p:nvPr>
        </p:nvSpPr>
        <p:spPr>
          <a:xfrm>
            <a:off x="5279300" y="1901949"/>
            <a:ext cx="4166653" cy="3166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0000" lnSpcReduction="2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Introverts: Recharge by spending time alone; can feel drained by social interaction.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Extroverts: Recharge by spending time with others; can feel drained by solitude.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Introverts: Process information internally; may need time to reflect before responding.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Extroverts: Process information externally; often think out loud and enjoy brainstorming in groups.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Introverts: May prefer one-on-one interactions or small groups.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Extroverts: May prefer large gatherings and social events.</a:t>
            </a:r>
            <a:endParaRPr/>
          </a:p>
        </p:txBody>
      </p:sp>
      <p:pic>
        <p:nvPicPr>
          <p:cNvPr id="451" name="Google Shape;451;p7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