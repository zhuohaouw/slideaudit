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3" r:id="rId1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3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9" name="Google Shape;1289;p1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52.jpg"/></Relationships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9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Chocolate: From Bean to Bar 🍫</a:t>
            </a:r>
            <a:endParaRPr/>
          </a:p>
        </p:txBody>
      </p:sp>
      <p:sp>
        <p:nvSpPr>
          <p:cNvPr id="1292" name="Google Shape;1292;p19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Dark Chocolate: High cocoa content, low sugar.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/>
              <a:t>Milk Chocolate: Less cocoa, more sugar and milk.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/>
              <a:t>White Chocolate: No cocoa solids, only cocoa butter.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/>
              <a:t>Health Benefits: Antioxidants, improved blood flow, reduced risk of heart disease.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/>
              <a:t>Dark Chocolate Benefits: High flavanols, potential cognitive benefits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/>
              <a:t>Choose High Cocoa Content: Aim for 70% or higher for maximum benefits.</a:t>
            </a:r>
            <a:endParaRPr/>
          </a:p>
        </p:txBody>
      </p:sp>
      <p:pic>
        <p:nvPicPr>
          <p:cNvPr id="1293" name="Google Shape;1293;p1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