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2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p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jpg"/></Relationships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1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Cryptocurrency Mining ⛏️</a:t>
            </a:r>
            <a:endParaRPr/>
          </a:p>
        </p:txBody>
      </p:sp>
      <p:sp>
        <p:nvSpPr>
          <p:cNvPr id="370" name="Google Shape;370;p61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Cryptocurrency mining is the process of verifying and adding transactions to the blockchain.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use powerful computers to solve complex mathematical problems.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first miner to solve the problem adds the next block to the blockchain.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Miners are rewarded with cryptocurrency for their efforts.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Mining can be energy-intensive and requires specialized hardware.</a:t>
            </a:r>
            <a:endParaRPr/>
          </a:p>
        </p:txBody>
      </p:sp>
      <p:pic>
        <p:nvPicPr>
          <p:cNvPr id="371" name="Google Shape;371;p6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