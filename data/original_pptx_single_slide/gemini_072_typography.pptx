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7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7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03.jpg"/></Relationships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6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Prediction of Natural Disasters</a:t>
            </a:r>
            <a:endParaRPr/>
          </a:p>
        </p:txBody>
      </p:sp>
      <p:sp>
        <p:nvSpPr>
          <p:cNvPr id="624" name="Google Shape;624;p96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FF2965"/>
                </a:solidFill>
                <a:latin typeface="Courier New"/>
                <a:ea typeface="Courier New"/>
                <a:cs typeface="Courier New"/>
                <a:sym typeface="Courier New"/>
              </a:rPr>
              <a:t>Animals can sense changes in the environment before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C234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may detect changes in air pressure, seismic activity, or electromagnetic fields.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8445FB"/>
                </a:solidFill>
                <a:latin typeface="Verdana"/>
                <a:ea typeface="Verdana"/>
                <a:cs typeface="Verdana"/>
                <a:sym typeface="Verdana"/>
              </a:rPr>
              <a:t>Abnormal animal behavior can be a warning sign of impending natural disasters.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DBFB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Paying attention to animal behavior could save lives.</a:t>
            </a:r>
            <a:endParaRPr/>
          </a:p>
        </p:txBody>
      </p:sp>
      <p:pic>
        <p:nvPicPr>
          <p:cNvPr id="625" name="Google Shape;625;p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