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2" r:id="rId1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2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2" name="Google Shape;932;p1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07.jpg"/></Relationships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4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Greek Mythology's Modern Impact</a:t>
            </a:r>
            <a:endParaRPr/>
          </a:p>
        </p:txBody>
      </p:sp>
      <p:sp>
        <p:nvSpPr>
          <p:cNvPr id="935" name="Google Shape;935;p14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Inspiration for character archetypes (e.g. the hero, the wise mentor, the trickster)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Source of symbolic and allegorical themes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Plots and storylines (e.g. epic journeys and quests)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Names for companies and products (e.g. Nike, Pandora, Hermes)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Allusions in literature, film and advertising</a:t>
            </a:r>
            <a:endParaRPr/>
          </a:p>
        </p:txBody>
      </p:sp>
      <p:pic>
        <p:nvPicPr>
          <p:cNvPr id="936" name="Google Shape;936;p1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