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4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98" r:id="rId14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48" Type="http://schemas.openxmlformats.org/officeDocument/2006/relationships/slide" Target="slides/slide1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14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1" name="Google Shape;1111;p14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3.xml"/><Relationship Id="rId3" Type="http://schemas.openxmlformats.org/officeDocument/2006/relationships/image" Target="../media/image132.jpg"/></Relationships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16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Evolution of Alphabets</a:t>
            </a:r>
            <a:endParaRPr/>
          </a:p>
        </p:txBody>
      </p:sp>
      <p:sp>
        <p:nvSpPr>
          <p:cNvPr id="1114" name="Google Shape;1114;p167"/>
          <p:cNvSpPr txBox="1"/>
          <p:nvPr>
            <p:ph idx="1" type="body"/>
          </p:nvPr>
        </p:nvSpPr>
        <p:spPr>
          <a:xfrm>
            <a:off x="783052" y="1386861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0000" lnSpcReduction="10000"/>
          </a:bodyPr>
          <a:lstStyle/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Early Writing: Pictograms and Ideograms represented objects and ideas.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Sumerian Cuneiform: Developed from pictographs into a system of wedge-shaped marks.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Egyptian Hieroglyphs: Combined logographic, syllabic and alphabetic elements.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Phoenician Alphabet: First widely used alphabet, representing consonant sounds.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Greek Alphabet: Adapted from Phoenician, added vowels.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Latin Alphabet: Evolved from Greek, basis for many modern alphabets.</a:t>
            </a:r>
            <a:endParaRPr/>
          </a:p>
        </p:txBody>
      </p:sp>
      <p:pic>
        <p:nvPicPr>
          <p:cNvPr id="1115" name="Google Shape;1115;p16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