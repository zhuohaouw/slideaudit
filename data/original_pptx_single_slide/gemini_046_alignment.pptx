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1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1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3" name="Google Shape;433;p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jpg"/></Relationships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0"/>
          <p:cNvSpPr txBox="1"/>
          <p:nvPr>
            <p:ph type="title"/>
          </p:nvPr>
        </p:nvSpPr>
        <p:spPr>
          <a:xfrm>
            <a:off x="5218800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Future of Education 📚 🤖 🌎</a:t>
            </a:r>
            <a:endParaRPr/>
          </a:p>
        </p:txBody>
      </p:sp>
      <p:sp>
        <p:nvSpPr>
          <p:cNvPr id="436" name="Google Shape;436;p7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Personalized Learning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Gamification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Intelligence and Automation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Virtual and Augmented Reality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Focus on Skills</a:t>
            </a:r>
            <a:endParaRPr/>
          </a:p>
        </p:txBody>
      </p:sp>
      <p:pic>
        <p:nvPicPr>
          <p:cNvPr id="437" name="Google Shape;437;p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