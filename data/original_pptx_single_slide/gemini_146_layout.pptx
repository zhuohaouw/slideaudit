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1" r:id="rId1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1" Type="http://schemas.openxmlformats.org/officeDocument/2006/relationships/slide" Target="slides/slide1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1" name="Google Shape;1131;p1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20.jpg"/></Relationships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7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Tornado Formation 🌪️</a:t>
            </a:r>
            <a:endParaRPr/>
          </a:p>
        </p:txBody>
      </p:sp>
      <p:sp>
        <p:nvSpPr>
          <p:cNvPr id="1134" name="Google Shape;1134;p17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Tornadoes are violently rotating columns of air that extend from a thunderstorm to the ground.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Warm, moist air collides with cold, dry air creating instability.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Wind shear creates a rotating effect.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Updraft lifts the rotating air vertically, forming a funnel cloud.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Funnel cloud touches the ground, becoming a tornado.</a:t>
            </a:r>
            <a:endParaRPr/>
          </a:p>
        </p:txBody>
      </p:sp>
      <p:pic>
        <p:nvPicPr>
          <p:cNvPr id="1135" name="Google Shape;1135;p17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