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8" r:id="rId1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8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31bfb8c82e_1_42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42.jpg"/></Relationships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8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New Year Celebrations Around the World</a:t>
            </a:r>
            <a:endParaRPr/>
          </a:p>
        </p:txBody>
      </p:sp>
      <p:sp>
        <p:nvSpPr>
          <p:cNvPr id="1095" name="Google Shape;1095;p18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Celebrated with feasts, fireworks, and dragon dances.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Temples ring bells 108 times to symbolize the new year.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Varies by region, but often includes colorful decorations and prayers.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Thailand: Celebrated with the Songkran water festival.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United States: Celebrated with parties, countdowns, and fireworks.</a:t>
            </a:r>
            <a:endParaRPr/>
          </a:p>
        </p:txBody>
      </p:sp>
      <p:pic>
        <p:nvPicPr>
          <p:cNvPr id="1096" name="Google Shape;1096;p18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