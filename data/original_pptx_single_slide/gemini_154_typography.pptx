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9" r:id="rId1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9" Type="http://schemas.openxmlformats.org/officeDocument/2006/relationships/slide" Target="slides/slide1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9" name="Google Shape;1189;p15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30.jpg"/></Relationships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78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703"/>
              <a:buNone/>
            </a:pPr>
            <a:r>
              <a:rPr lang="zh-CN" sz="3000"/>
              <a:t>Common Sleep Disorders</a:t>
            </a:r>
            <a:endParaRPr/>
          </a:p>
        </p:txBody>
      </p:sp>
      <p:sp>
        <p:nvSpPr>
          <p:cNvPr id="1192" name="Google Shape;1192;p178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Insomnia - Difficulty falling or staying asleep.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Sleep Apnea - Breathing repeatedly stops and starts during sleep.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Restless Legs Syndrome - Urge to move legs while resting.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Narcolepsy - Excessive daytime sleepiness.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Effects: Daytime fatigue, irritability, impaired concentration, increased health risks.</a:t>
            </a:r>
            <a:endParaRPr/>
          </a:p>
        </p:txBody>
      </p:sp>
      <p:pic>
        <p:nvPicPr>
          <p:cNvPr id="1193" name="Google Shape;1193;p17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