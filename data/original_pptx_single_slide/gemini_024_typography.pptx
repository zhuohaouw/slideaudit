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9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jpg"/></Relationships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Brain-Computer Interfaces 🧠🤖</a:t>
            </a:r>
            <a:endParaRPr/>
          </a:p>
        </p:txBody>
      </p:sp>
      <p:sp>
        <p:nvSpPr>
          <p:cNvPr id="280" name="Google Shape;280;p4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2E480E"/>
                </a:solidFill>
              </a:rPr>
              <a:t>Brain-computer interfaces (BCIs) allow direct communication between the brain and external devices.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FE5916"/>
                </a:solidFill>
              </a:rPr>
              <a:t>BCIs translate neural activity into commands for external devices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171E2A"/>
                </a:solidFill>
              </a:rPr>
              <a:t>BCIs have many potential applications, including: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5DB45D"/>
                </a:solidFill>
              </a:rPr>
              <a:t>Prosthetics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9B3AB8"/>
                </a:solidFill>
              </a:rPr>
              <a:t>Communication devices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E8786C"/>
                </a:solidFill>
              </a:rPr>
              <a:t>Assistive technologies</a:t>
            </a:r>
            <a:endParaRPr/>
          </a:p>
        </p:txBody>
      </p:sp>
      <p:pic>
        <p:nvPicPr>
          <p:cNvPr id="281" name="Google Shape;281;p4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