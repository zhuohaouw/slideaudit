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3" r:id="rId1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3" Type="http://schemas.openxmlformats.org/officeDocument/2006/relationships/slide" Target="slides/slide1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8" name="Google Shape;1008;p1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26.jpg"/></Relationships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52"/>
          <p:cNvSpPr txBox="1"/>
          <p:nvPr>
            <p:ph type="title"/>
          </p:nvPr>
        </p:nvSpPr>
        <p:spPr>
          <a:xfrm>
            <a:off x="228600" y="228600"/>
            <a:ext cx="3451851" cy="816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Artificial Intelligence Ethics 🤖</a:t>
            </a:r>
            <a:endParaRPr/>
          </a:p>
        </p:txBody>
      </p:sp>
      <p:sp>
        <p:nvSpPr>
          <p:cNvPr id="1011" name="Google Shape;1011;p152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Bias and Discrimination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Job Displacement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Privacy and Security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Autonomous Weapons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Responsibility and Accountability</a:t>
            </a:r>
            <a:endParaRPr/>
          </a:p>
        </p:txBody>
      </p:sp>
      <p:pic>
        <p:nvPicPr>
          <p:cNvPr id="1012" name="Google Shape;1012;p1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