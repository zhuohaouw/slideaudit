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82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2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31bfb8c82e_1_67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jpg"/></Relationships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Common Phobias</a:t>
            </a:r>
            <a:endParaRPr/>
          </a:p>
        </p:txBody>
      </p:sp>
      <p:sp>
        <p:nvSpPr>
          <p:cNvPr id="274" name="Google Shape;274;p5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Acrophobia: Fear of heights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Arachnophobia: Fear of spiders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Claustrophobia: Fear of enclosed spaces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Glossophobia: Fear of public speaking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Trypanophobia: Fear of needles</a:t>
            </a:r>
            <a:endParaRPr/>
          </a:p>
        </p:txBody>
      </p:sp>
      <p:pic>
        <p:nvPicPr>
          <p:cNvPr id="275" name="Google Shape;275;p51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