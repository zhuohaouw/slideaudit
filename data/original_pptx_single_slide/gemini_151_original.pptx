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6" r:id="rId1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6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31bfb8c82e_1_39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1.xml"/></Relationships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Motivation</a:t>
            </a:r>
            <a:endParaRPr/>
          </a:p>
        </p:txBody>
      </p:sp>
      <p:sp>
        <p:nvSpPr>
          <p:cNvPr id="1018" name="Google Shape;1018;p17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Motivation: Driven by desire to achieve goals and fueled by positive reinforcement.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Intrinsic Motivation: Comes from within, driven by personal satisfaction.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Extrinsic Motivation: Comes from external factors like rewards.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Productivity: Requires consistent effort and effective strategies.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Setting: Break tasks down into smaller, achievable goals.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Management: Prioritize tasks and avoid procrastination.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Positive Reinforcement: Reward accomplishments to maintain motivation.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