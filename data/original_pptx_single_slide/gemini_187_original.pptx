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2" r:id="rId1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2" Type="http://schemas.openxmlformats.org/officeDocument/2006/relationships/slide" Target="slides/slide1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1bfb8c82e_1_48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159.jpg"/></Relationships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21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Deep Sea Mysteries 🐡🦑🐙</a:t>
            </a:r>
            <a:endParaRPr/>
          </a:p>
        </p:txBody>
      </p:sp>
      <p:sp>
        <p:nvSpPr>
          <p:cNvPr id="1235" name="Google Shape;1235;p21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"Bloop": An ultra-low-frequency sound detected in 1997, source unknown.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Mariana Trench: Deepest point on Earth, home to unusual life forms.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Hydrothermal Vents: Emitting heat and chemicals, supporting unique ecosystems.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Baltic Sea Anomaly: Sonar detected a 60-meter object, origins debated.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Colossal Squid: Largest known invertebrate, rarely seen alive.</a:t>
            </a:r>
            <a:endParaRPr/>
          </a:p>
        </p:txBody>
      </p:sp>
      <p:pic>
        <p:nvPicPr>
          <p:cNvPr id="1236" name="Google Shape;1236;p21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