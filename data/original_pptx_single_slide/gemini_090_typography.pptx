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9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45" r:id="rId9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95" Type="http://schemas.openxmlformats.org/officeDocument/2006/relationships/slide" Target="slides/slide9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9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45" name="Google Shape;745;p9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74.jpg"/></Relationships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114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>
                <a:solidFill>
                  <a:srgbClr val="17A4D8"/>
                </a:solidFill>
              </a:rPr>
              <a:t>Extreme Weather Events ⛈️🔥🌊</a:t>
            </a:r>
            <a:endParaRPr/>
          </a:p>
        </p:txBody>
      </p:sp>
      <p:sp>
        <p:nvSpPr>
          <p:cNvPr id="748" name="Google Shape;748;p114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62500" lnSpcReduction="10000"/>
          </a:bodyPr>
          <a:lstStyle/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Extreme Heat: Record-breaking temperatures caused by climate change and heat waves.</a:t>
            </a:r>
            <a:endParaRPr/>
          </a:p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Drought: Prolonged dry periods due to lack of rainfall, leading to water shortages.</a:t>
            </a:r>
            <a:endParaRPr/>
          </a:p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Floods: Overflowing water from heavy rainfall or melting snow, causing widespread damage.</a:t>
            </a:r>
            <a:endParaRPr/>
          </a:p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Wildfires: Rapidly spreading fires fueled by dry vegetation and strong winds.</a:t>
            </a:r>
            <a:endParaRPr/>
          </a:p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Winter Storms: Severe snowstorms and blizzards causing disruption and freezing temperatures.</a:t>
            </a:r>
            <a:endParaRPr/>
          </a:p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Tornadoes and Hurricanes: Rotating storms with high winds and heavy rainfall, causing devastating damage.</a:t>
            </a:r>
            <a:endParaRPr/>
          </a:p>
        </p:txBody>
      </p:sp>
      <p:pic>
        <p:nvPicPr>
          <p:cNvPr id="749" name="Google Shape;749;p11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