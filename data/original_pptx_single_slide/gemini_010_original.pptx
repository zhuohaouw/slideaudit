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1bfb8c82e_1_2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Space Exploration: The Final Frontier</a:t>
            </a:r>
            <a:endParaRPr/>
          </a:p>
        </p:txBody>
      </p:sp>
      <p:sp>
        <p:nvSpPr>
          <p:cNvPr id="174" name="Google Shape;174;p34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is the investigation of the universe beyond Earth's atmosphere.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It has advanced our understanding of the cosmos and our place in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has led to many technological advancements.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It inspires and educates people about science and engineering.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involves high costs and risks.</a:t>
            </a:r>
            <a:endParaRPr/>
          </a:p>
        </p:txBody>
      </p:sp>
      <p:pic>
        <p:nvPicPr>
          <p:cNvPr id="175" name="Google Shape;175;p3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