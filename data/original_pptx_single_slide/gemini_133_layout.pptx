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3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3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88" r:id="rId13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38" Type="http://schemas.openxmlformats.org/officeDocument/2006/relationships/slide" Target="slides/slide1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13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3" name="Google Shape;1043;p13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3.xml"/><Relationship Id="rId3" Type="http://schemas.openxmlformats.org/officeDocument/2006/relationships/image" Target="../media/image117.jpg"/></Relationships>
</file>

<file path=ppt/slides/slide1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157"/>
          <p:cNvSpPr txBox="1"/>
          <p:nvPr>
            <p:ph type="title"/>
          </p:nvPr>
        </p:nvSpPr>
        <p:spPr>
          <a:xfrm>
            <a:off x="2008703" y="2281201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The Psychology Behind Consumer Choices</a:t>
            </a:r>
            <a:endParaRPr/>
          </a:p>
        </p:txBody>
      </p:sp>
      <p:sp>
        <p:nvSpPr>
          <p:cNvPr id="1046" name="Google Shape;1046;p157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1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Colors, sounds, and imagery are used to appeal to our senses.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Nostalgia and storytelling create an emotional connection and influence our perception of the brand.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Social proof and celebrity endorsements leverage authority and influence.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Scarcity and urgency create a sense of FOMO (fear of missing out).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Repetition and consistency build brand recognition and trust.</a:t>
            </a:r>
            <a:endParaRPr/>
          </a:p>
        </p:txBody>
      </p:sp>
      <p:pic>
        <p:nvPicPr>
          <p:cNvPr id="1047" name="Google Shape;1047;p15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