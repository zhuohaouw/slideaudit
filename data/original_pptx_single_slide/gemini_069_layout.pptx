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4" r:id="rId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4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1.jpg"/></Relationships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3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April Fool's Day: Origins &amp; Greatest Pranks</a:t>
            </a:r>
            <a:endParaRPr/>
          </a:p>
        </p:txBody>
      </p:sp>
      <p:sp>
        <p:nvSpPr>
          <p:cNvPr id="603" name="Google Shape;603;p93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Origins: Unknown, but may be linked to the change from the Julian to Gregorian calendar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Greatest Pranks: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604" name="Google Shape;604;p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333" y="505132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