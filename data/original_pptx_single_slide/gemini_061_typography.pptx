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6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7.jpg"/></Relationships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Tattoos: Cultural History</a:t>
            </a:r>
            <a:endParaRPr/>
          </a:p>
        </p:txBody>
      </p:sp>
      <p:sp>
        <p:nvSpPr>
          <p:cNvPr id="547" name="Google Shape;547;p8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latin typeface="Arial"/>
                <a:ea typeface="Arial"/>
                <a:cs typeface="Arial"/>
                <a:sym typeface="Arial"/>
              </a:rPr>
              <a:t>Ancient Egypt: Tattoos symbolized status, religious beliefs, and healing.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latin typeface="Verdana"/>
                <a:ea typeface="Verdana"/>
                <a:cs typeface="Verdana"/>
                <a:sym typeface="Verdana"/>
              </a:rPr>
              <a:t>Polynesia: Intricate tattoos indicated social rank, genealogy, and achievements.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latin typeface="Arial"/>
                <a:ea typeface="Arial"/>
                <a:cs typeface="Arial"/>
                <a:sym typeface="Arial"/>
              </a:rPr>
              <a:t>JAPAN: IREZUMI TATTOOS WERE ASSOCIATED WITH BOTH SPIRITUALITY AND THE CRIMINAL UNDERWORLD.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latin typeface="Comic Sans MS"/>
                <a:ea typeface="Comic Sans MS"/>
                <a:cs typeface="Comic Sans MS"/>
                <a:sym typeface="Comic Sans MS"/>
              </a:rPr>
              <a:t>Native Americans: Tattoos represented tribal affiliation, spiritual protection, and personal narratives.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latin typeface="Arial"/>
                <a:ea typeface="Arial"/>
                <a:cs typeface="Arial"/>
                <a:sym typeface="Arial"/>
              </a:rPr>
              <a:t>Modern Times: Tattoos are a form of self-expression, art, and cultural identity.</a:t>
            </a:r>
            <a:endParaRPr/>
          </a:p>
        </p:txBody>
      </p:sp>
      <p:pic>
        <p:nvPicPr>
          <p:cNvPr id="548" name="Google Shape;548;p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