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2" r:id="rId2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2" Type="http://schemas.openxmlformats.org/officeDocument/2006/relationships/slide" Target="slides/slide1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2" name="Google Shape;1492;p1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78.jpg"/></Relationships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Abandoned Wonders</a:t>
            </a:r>
            <a:endParaRPr/>
          </a:p>
        </p:txBody>
      </p:sp>
      <p:sp>
        <p:nvSpPr>
          <p:cNvPr id="1495" name="Google Shape;1495;p2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Pripyat, Ukraine: Abandoned after the Chernobyl disaster, a haunting reminder of nuclear catastrophe.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Hashima Island, Japan: Former coal mining town, now a eerie ghost town.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Angkor Wat, Cambodia: Ancient temple complex reclaimed by the jungle, a testament to the Khmer Empire.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Kolmanskop, Namibia: Diamond mining town swallowed by the desert sands.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Machu Picchu, Peru: Incan citadel hidden in the Andes mountains, rediscovered in 1911.</a:t>
            </a:r>
            <a:endParaRPr/>
          </a:p>
        </p:txBody>
      </p:sp>
      <p:pic>
        <p:nvPicPr>
          <p:cNvPr id="1496" name="Google Shape;1496;p2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800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