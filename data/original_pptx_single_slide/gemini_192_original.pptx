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7" r:id="rId19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7" Type="http://schemas.openxmlformats.org/officeDocument/2006/relationships/slide" Target="slides/slide1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31bfb8c82e_1_49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71.jpg"/></Relationships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21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Psychology of Color</a:t>
            </a:r>
            <a:endParaRPr/>
          </a:p>
        </p:txBody>
      </p:sp>
      <p:sp>
        <p:nvSpPr>
          <p:cNvPr id="1265" name="Google Shape;1265;p21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 psychology studies how colors affect human emotion and behavior.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 colors (red, orange, yellow) evoke energy, excitement, and urgency.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Cool colors (blue, green) evoke calmness, trust, and peace.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 can influence perception, mood, and decision-making.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in marketing, design, and branding to elicit specific responses.</a:t>
            </a:r>
            <a:endParaRPr/>
          </a:p>
        </p:txBody>
      </p:sp>
      <p:pic>
        <p:nvPicPr>
          <p:cNvPr id="1266" name="Google Shape;1266;p21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