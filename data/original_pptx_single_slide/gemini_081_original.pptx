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6" r:id="rId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6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31bfb8c82e_1_21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1.jpg"/></Relationships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Genetic Engineering Ethics</a:t>
            </a:r>
            <a:endParaRPr/>
          </a:p>
        </p:txBody>
      </p:sp>
      <p:sp>
        <p:nvSpPr>
          <p:cNvPr id="604" name="Google Shape;604;p10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Moral Status: Playing God?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Risks: Genetic abnormalities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Regulation: Need for strict oversight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Societal Impact: Potential for discrimination</a:t>
            </a:r>
            <a:endParaRPr/>
          </a:p>
        </p:txBody>
      </p:sp>
      <p:pic>
        <p:nvPicPr>
          <p:cNvPr id="605" name="Google Shape;605;p10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