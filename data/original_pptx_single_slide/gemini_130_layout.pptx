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85" r:id="rId13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35" Type="http://schemas.openxmlformats.org/officeDocument/2006/relationships/slide" Target="slides/slide1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p13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2" name="Google Shape;1022;p13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Relationship Id="rId3" Type="http://schemas.openxmlformats.org/officeDocument/2006/relationships/image" Target="../media/image127.jpg"/></Relationships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3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154"/>
          <p:cNvSpPr txBox="1"/>
          <p:nvPr>
            <p:ph type="title"/>
          </p:nvPr>
        </p:nvSpPr>
        <p:spPr>
          <a:xfrm>
            <a:off x="4766062" y="2478005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Evolution of Language 🗣️</a:t>
            </a:r>
            <a:endParaRPr/>
          </a:p>
        </p:txBody>
      </p:sp>
      <p:sp>
        <p:nvSpPr>
          <p:cNvPr id="1025" name="Google Shape;1025;p154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Origins in primate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of symbolic communication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Emergence of grammar and syntax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Writing systems and literacy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Language's role in cultural evolution</a:t>
            </a:r>
            <a:endParaRPr/>
          </a:p>
        </p:txBody>
      </p:sp>
      <p:pic>
        <p:nvPicPr>
          <p:cNvPr id="1026" name="Google Shape;1026;p15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