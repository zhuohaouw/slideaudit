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jpg"/></Relationships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0" i="1" lang="zh-CN" u="none">
                <a:solidFill>
                  <a:srgbClr val="AF6827"/>
                </a:solidFill>
              </a:rPr>
              <a:t>Artificial Intelligence: Friend or Foe?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Artificial intelligence (AI) is the simulation of human intelligence processes by machines.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 systems can learn, reason, problem-solve, and even perceive their environment.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 is already transforming many industries, from healthcare to finance.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Despite its potential, AI raises ethical concerns around job displacement and bias.</a:t>
            </a:r>
            <a:endParaRPr/>
          </a:p>
        </p:txBody>
      </p:sp>
      <p:pic>
        <p:nvPicPr>
          <p:cNvPr id="178" name="Google Shape;178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