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4" r:id="rId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4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p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2.jpg"/></Relationships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Rise and Fall of the Maya</a:t>
            </a:r>
            <a:endParaRPr/>
          </a:p>
        </p:txBody>
      </p:sp>
      <p:sp>
        <p:nvSpPr>
          <p:cNvPr id="672" name="Google Shape;672;p10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Rise: Flourished between 250 and 900 AD.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Built impressive cities and temples.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Developed advanced writing and calendar systems.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Fall: Around 900 AD, cities in the southern lowlands were abandoned.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Theories for fall include drought, deforestation, and warfare.</a:t>
            </a:r>
            <a:endParaRPr/>
          </a:p>
        </p:txBody>
      </p:sp>
      <p:pic>
        <p:nvPicPr>
          <p:cNvPr id="673" name="Google Shape;673;p1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