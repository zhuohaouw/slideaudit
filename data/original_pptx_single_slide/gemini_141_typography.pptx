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6" r:id="rId1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6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7" name="Google Shape;1097;p1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21.jpg"/></Relationships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65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3000"/>
              <a:t>Evolution of Technology</a:t>
            </a:r>
            <a:endParaRPr/>
          </a:p>
        </p:txBody>
      </p:sp>
      <p:sp>
        <p:nvSpPr>
          <p:cNvPr id="1100" name="Google Shape;1100;p165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Stone Age - Simple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Bronze Age - Metal tools and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Iron Age - Stronger weapons and armor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Industrial Revolution - Steam power, mass production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Information Age - Computers and the Internet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Future - AI, robotics, and space exploration</a:t>
            </a:r>
            <a:endParaRPr/>
          </a:p>
        </p:txBody>
      </p:sp>
      <p:pic>
        <p:nvPicPr>
          <p:cNvPr id="1101" name="Google Shape;1101;p1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