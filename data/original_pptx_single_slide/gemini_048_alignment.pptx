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3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3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p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6.jpg"/></Relationships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Introvert vs. Extrovert 🧠</a:t>
            </a:r>
            <a:endParaRPr/>
          </a:p>
        </p:txBody>
      </p:sp>
      <p:sp>
        <p:nvSpPr>
          <p:cNvPr id="450" name="Google Shape;450;p72"/>
          <p:cNvSpPr txBox="1"/>
          <p:nvPr>
            <p:ph idx="1" type="body"/>
          </p:nvPr>
        </p:nvSpPr>
        <p:spPr>
          <a:xfrm>
            <a:off x="5279298" y="1901928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 lnSpcReduction="2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Recharge by spending time alone; can feel drained by social interaction.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Recharge by spending time with others; can feel drained by solitude.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Process information internally; may need time to reflect before responding.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Process information externally; often think out loud and enjoy brainstorming in groups.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May prefer one-on-one interactions or small groups.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May prefer large gatherings and social events.</a:t>
            </a:r>
            <a:endParaRPr/>
          </a:p>
        </p:txBody>
      </p:sp>
      <p:pic>
        <p:nvPicPr>
          <p:cNvPr id="451" name="Google Shape;451;p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