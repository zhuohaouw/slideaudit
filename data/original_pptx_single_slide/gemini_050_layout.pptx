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5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jpg"/></Relationships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Déjà Vu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3080410" y="34236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vu: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468" name="Google Shape;468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