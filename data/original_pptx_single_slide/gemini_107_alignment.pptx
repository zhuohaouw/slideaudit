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2" r:id="rId1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2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p1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95.jpg"/></Relationships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3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867" name="Google Shape;867;p131"/>
          <p:cNvSpPr txBox="1"/>
          <p:nvPr>
            <p:ph idx="1" type="body"/>
          </p:nvPr>
        </p:nvSpPr>
        <p:spPr>
          <a:xfrm>
            <a:off x="329172" y="1545363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"Curse" of the Titanic: A fictional book predicted the Titanic's sinking 14 years before it happened.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Mark Twain and Halley's Comet: Twain was born and died during Halley's Comet appearances.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Lincoln-Kennedy Coincidences: Eerie similarities between the assassinations of two presidents.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Twin Strangers: Two identical strangers met by chance. Just an interesting coincidence</a:t>
            </a:r>
            <a:endParaRPr/>
          </a:p>
        </p:txBody>
      </p:sp>
      <p:pic>
        <p:nvPicPr>
          <p:cNvPr id="868" name="Google Shape;868;p1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