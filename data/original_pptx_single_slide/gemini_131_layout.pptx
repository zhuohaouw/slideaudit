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3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3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86" r:id="rId13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36" Type="http://schemas.openxmlformats.org/officeDocument/2006/relationships/slide" Target="slides/slide13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7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p131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29" name="Google Shape;1029;p13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1.xml"/><Relationship Id="rId3" Type="http://schemas.openxmlformats.org/officeDocument/2006/relationships/image" Target="../media/image118.jpg"/></Relationships>
</file>

<file path=ppt/slides/slide1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p15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The Art of Origami</a:t>
            </a:r>
            <a:endParaRPr/>
          </a:p>
        </p:txBody>
      </p:sp>
      <p:sp>
        <p:nvSpPr>
          <p:cNvPr id="1032" name="Google Shape;1032;p15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lnSpcReduction="2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The art of paper folding, from ori (folding) and kami (paper).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Started in 17th century Japan, spread worldwide in mid-1900s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Uses a specific set of folds to create intricate designs.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No cutting or gluing allowed.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Paper cranes symbolize peace and healing</a:t>
            </a:r>
            <a:endParaRPr/>
          </a:p>
        </p:txBody>
      </p:sp>
      <p:pic>
        <p:nvPicPr>
          <p:cNvPr id="1033" name="Google Shape;1033;p155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