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0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0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8.jpg"/></Relationships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3000">
                <a:latin typeface="Times New Roman"/>
                <a:ea typeface="Times New Roman"/>
                <a:cs typeface="Times New Roman"/>
                <a:sym typeface="Times New Roman"/>
              </a:rPr>
              <a:t>Caffeine's Effects: Brain &amp; Body</a:t>
            </a:r>
            <a:endParaRPr/>
          </a:p>
        </p:txBody>
      </p:sp>
      <p:sp>
        <p:nvSpPr>
          <p:cNvPr id="505" name="Google Shape;505;p7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Stimulates the central nervous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alertness and wakefulness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 improve mood and cognitive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 cause anxiety, jitters, and insomnia in some individuals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High doses can lead to serious health problems</a:t>
            </a:r>
            <a:endParaRPr/>
          </a:p>
        </p:txBody>
      </p:sp>
      <p:pic>
        <p:nvPicPr>
          <p:cNvPr id="506" name="Google Shape;506;p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