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6" r:id="rId1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6" Type="http://schemas.openxmlformats.org/officeDocument/2006/relationships/slide" Target="slides/slide1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8" name="Google Shape;1378;p1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77.jpg"/></Relationships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05"/>
          <p:cNvSpPr txBox="1"/>
          <p:nvPr>
            <p:ph type="title"/>
          </p:nvPr>
        </p:nvSpPr>
        <p:spPr>
          <a:xfrm>
            <a:off x="55869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Famous Pirate Ships ☠️ ⛵</a:t>
            </a:r>
            <a:endParaRPr/>
          </a:p>
        </p:txBody>
      </p:sp>
      <p:sp>
        <p:nvSpPr>
          <p:cNvPr id="1381" name="Google Shape;1381;p20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Queen Anne's Revenge: Blackbeard's flagship, formerly a French slave ship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Whydah Gally: "Black Sam" Bellamy, captured slave ship turned pirate vessel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Fancy: Bartholomew Roberts', fast and heavily armed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Adventure Galley: William Kidd, large and powerful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Hind: Sir Francis Drake, circumnavigated the globe</a:t>
            </a:r>
            <a:endParaRPr/>
          </a:p>
        </p:txBody>
      </p:sp>
      <p:pic>
        <p:nvPicPr>
          <p:cNvPr id="1382" name="Google Shape;1382;p2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