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6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24" r:id="rId17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74" Type="http://schemas.openxmlformats.org/officeDocument/2006/relationships/slide" Target="slides/slide16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g331bfb8c82e_1_441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9.xml"/><Relationship Id="rId3" Type="http://schemas.openxmlformats.org/officeDocument/2006/relationships/image" Target="../media/image152.jpg"/></Relationships>
</file>

<file path=ppt/slides/slide1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p193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The Evolution of Emojis 📱</a:t>
            </a:r>
            <a:endParaRPr/>
          </a:p>
        </p:txBody>
      </p:sp>
      <p:sp>
        <p:nvSpPr>
          <p:cNvPr id="1130" name="Google Shape;1130;p193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77500" lnSpcReduction="100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1999: Shigetaka Kurita creates the first emojis for a Japanese phone carrier.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2010: Unicode Standard incorporates emojis, enabling global use.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Increased use: Emojis enhance emotional expression and clarity in digital conversations.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Impact: Emojis transcend language barriers and add personality to text.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Evolution: Emojis now include diverse skin tones, genders, and accessibility options.</a:t>
            </a:r>
            <a:endParaRPr/>
          </a:p>
        </p:txBody>
      </p:sp>
      <p:pic>
        <p:nvPicPr>
          <p:cNvPr id="1131" name="Google Shape;1131;p193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6864" y="585216"/>
            <a:ext cx="3968400" cy="3968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