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8" r:id="rId1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8" Type="http://schemas.openxmlformats.org/officeDocument/2006/relationships/slide" Target="slides/slide1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2" name="Google Shape;1392;p1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07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1000">
                <a:latin typeface="Comic Sans MS"/>
                <a:ea typeface="Comic Sans MS"/>
                <a:cs typeface="Comic Sans MS"/>
                <a:sym typeface="Comic Sans MS"/>
              </a:rPr>
              <a:t>History of Board Games 🎲</a:t>
            </a:r>
            <a:endParaRPr/>
          </a:p>
        </p:txBody>
      </p:sp>
      <p:sp>
        <p:nvSpPr>
          <p:cNvPr id="1395" name="Google Shape;1395;p207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Origins: Earliest board games date back to ancient civilizations.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Mehen (Egypt):  One of the oldest known board games.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Senet (Egypt):  A popular game in ancient Egypt.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Royal Game of Ur (Mesopotamia):  Two-player race game.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Development in Asia: Complex strategy games like Go and Chess originated in Asia.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Board Games:  Emerged in the 19th and 20th centuries.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Board game popularity continues to increase with new themes and mechanics.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