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6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4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Famous Heists Through History</a:t>
            </a:r>
            <a:endParaRPr/>
          </a:p>
        </p:txBody>
      </p:sp>
      <p:sp>
        <p:nvSpPr>
          <p:cNvPr id="398" name="Google Shape;398;p6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Train Robbery (1963): A gang of 15 men stole £2.6 million from a Royal Mail train heading from Glasgow to London.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Antwerp Diamond Heist (2001): A group of thieves stole over $100 million worth of diamonds from the Antwerp Diamond Center.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Gardner Museum Heist (1990): Two men disguised as police officers stole 13 works of art worth $500 million from the Isabella Stewart Gardner Museum in Boston.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Dunbar Armored Robbery (1997): A group of six men stole $18.9 million from a Dunbar Armored facility in Los Angeles.</a:t>
            </a:r>
            <a:endParaRPr/>
          </a:p>
        </p:txBody>
      </p:sp>
      <p:pic>
        <p:nvPicPr>
          <p:cNvPr id="399" name="Google Shape;399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