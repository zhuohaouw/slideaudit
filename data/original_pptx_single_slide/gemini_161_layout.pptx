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6" r:id="rId16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6" Type="http://schemas.openxmlformats.org/officeDocument/2006/relationships/slide" Target="slides/slide1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6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1" name="Google Shape;1241;p16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141.jpg"/></Relationships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185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Most Expensive Mistakes 💰</a:t>
            </a:r>
            <a:endParaRPr/>
          </a:p>
        </p:txBody>
      </p:sp>
      <p:sp>
        <p:nvSpPr>
          <p:cNvPr id="1244" name="Google Shape;1244;p185"/>
          <p:cNvSpPr txBox="1"/>
          <p:nvPr>
            <p:ph idx="1" type="body"/>
          </p:nvPr>
        </p:nvSpPr>
        <p:spPr>
          <a:xfrm>
            <a:off x="2556598" y="181297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Sinking of the Titanic (1912) - 1,500 Lives Lost, $7.5 Million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Challenger Explosion (1986) - 7 Astronauts Killed, $5.5 Billion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Chernobyl Disaster (1986) - 31 Direct Deaths, $200 Billion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Deepwater Horizon Oil Spill (2010) - 11 Deaths, $65 Billion</a:t>
            </a:r>
            <a:endParaRPr/>
          </a:p>
        </p:txBody>
      </p:sp>
      <p:pic>
        <p:nvPicPr>
          <p:cNvPr id="1245" name="Google Shape;1245;p18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