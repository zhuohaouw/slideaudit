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2" r:id="rId7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2" Type="http://schemas.openxmlformats.org/officeDocument/2006/relationships/slide" Target="slides/slide6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6" name="Google Shape;586;p6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82.jpg"/></Relationships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91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Wacky World Records 🌎🏆</a:t>
            </a:r>
            <a:endParaRPr/>
          </a:p>
        </p:txBody>
      </p:sp>
      <p:sp>
        <p:nvSpPr>
          <p:cNvPr id="589" name="Google Shape;589;p91"/>
          <p:cNvSpPr txBox="1"/>
          <p:nvPr>
            <p:ph idx="1" type="body"/>
          </p:nvPr>
        </p:nvSpPr>
        <p:spPr>
          <a:xfrm>
            <a:off x="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Most T-Shirts Worn at Once: 260 T-Shirts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Heaviest Pumpkin: 1,226 kg (2,702 lb)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Longest Fingernails: 8.65 m (28 ft 4 in)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Most Piercings: 516 modifications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Tallest Mohawk: 1.32 m (4 ft 4 in)</a:t>
            </a:r>
            <a:endParaRPr/>
          </a:p>
        </p:txBody>
      </p:sp>
      <p:pic>
        <p:nvPicPr>
          <p:cNvPr id="590" name="Google Shape;590;p9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