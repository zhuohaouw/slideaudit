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1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73" r:id="rId1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23" Type="http://schemas.openxmlformats.org/officeDocument/2006/relationships/slide" Target="slides/slide1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g331bfb8c82e_1_310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8.xml"/><Relationship Id="rId3" Type="http://schemas.openxmlformats.org/officeDocument/2006/relationships/image" Target="../media/image97.jpg"/></Relationships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142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Lucid Dreaming 101</a:t>
            </a:r>
            <a:endParaRPr/>
          </a:p>
        </p:txBody>
      </p:sp>
      <p:sp>
        <p:nvSpPr>
          <p:cNvPr id="824" name="Google Shape;824;p142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 fontScale="85000" lnSpcReduction="1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Lucid Dreaming: Awareness of dreaming while dreaming.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Reality Testing: Regularly question reality while awake to increase awareness during dreams.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Dream Journaling: Track dreams to identify recurring themes and improve dream recall.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Wake Back to Bed (WBTB): Wake up after 5-6 hours of sleep, stay awake briefly, then go back to sleep.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Mnemonic Induction of Lucid Dreams (MILD): Repeat a mantra before sleep, affirming you'll recognize you're dreaming.</a:t>
            </a:r>
            <a:endParaRPr/>
          </a:p>
        </p:txBody>
      </p:sp>
      <p:pic>
        <p:nvPicPr>
          <p:cNvPr id="825" name="Google Shape;825;p142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