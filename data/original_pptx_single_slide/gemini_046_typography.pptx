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1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1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3" name="Google Shape;433;p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3.jpg"/></Relationships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1600">
                <a:latin typeface="Arial"/>
                <a:ea typeface="Arial"/>
                <a:cs typeface="Arial"/>
                <a:sym typeface="Arial"/>
              </a:rPr>
              <a:t>The Future of Education 📚 🤖 🌎</a:t>
            </a:r>
            <a:endParaRPr/>
          </a:p>
        </p:txBody>
      </p:sp>
      <p:sp>
        <p:nvSpPr>
          <p:cNvPr id="436" name="Google Shape;436;p7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Personalized Learning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Gamification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Intelligence and Automation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Virtual and Augmented Reality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Focus on Skills</a:t>
            </a:r>
            <a:endParaRPr/>
          </a:p>
        </p:txBody>
      </p:sp>
      <p:pic>
        <p:nvPicPr>
          <p:cNvPr id="437" name="Google Shape;437;p7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