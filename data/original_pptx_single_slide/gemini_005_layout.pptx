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Procrastination: Why We Do It &amp; How to Stop</a:t>
            </a:r>
            <a:endParaRPr/>
          </a:p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Procrastination is driven by a desire to avoid discomfort and seek short-term pleasure.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 combat procrastination: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Break tasks into smaller, manageable steps.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Set deadlines and prioritize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Eliminate distractions and create a focused work environment.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Reward yourself for completing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Practice self-compassion and avoid negative self-talk.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