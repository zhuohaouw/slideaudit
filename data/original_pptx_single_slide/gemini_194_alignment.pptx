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9" r:id="rId1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9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8" name="Google Shape;1468;p1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69.jpg"/></Relationships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218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Nose Knows: Smell and Memory</a:t>
            </a:r>
            <a:endParaRPr/>
          </a:p>
        </p:txBody>
      </p:sp>
      <p:sp>
        <p:nvSpPr>
          <p:cNvPr id="1471" name="Google Shape;1471;p218"/>
          <p:cNvSpPr txBox="1"/>
          <p:nvPr>
            <p:ph idx="1" type="body"/>
          </p:nvPr>
        </p:nvSpPr>
        <p:spPr>
          <a:xfrm>
            <a:off x="0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is strongly linked to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Scents can trigger vivid memories and emotions.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is due to the brain's anatomy.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olfactory bulb is close to the amygdala and hippocampus.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areas process memory and emotion.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Scent can be used to influence customer behavior.</a:t>
            </a:r>
            <a:endParaRPr/>
          </a:p>
        </p:txBody>
      </p:sp>
      <p:pic>
        <p:nvPicPr>
          <p:cNvPr id="1472" name="Google Shape;1472;p2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