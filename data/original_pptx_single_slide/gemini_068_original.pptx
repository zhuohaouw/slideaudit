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3" r:id="rId7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3" Type="http://schemas.openxmlformats.org/officeDocument/2006/relationships/slide" Target="slides/slide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31bfb8c82e_1_181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4.jpg"/></Relationships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92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Impact of Social Media</a:t>
            </a:r>
            <a:endParaRPr/>
          </a:p>
        </p:txBody>
      </p:sp>
      <p:sp>
        <p:nvSpPr>
          <p:cNvPr id="528" name="Google Shape;528;p92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Social media reduces attention span due to constant stimuli and distractions.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Short-form content encourages quick consumption, hindering deep focus.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Notifications and the fear of missing out (FOMO) interrupt workflow.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Multitasking between work and social media decreases productivity.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Dopamine hits from social media validation can be addictive and distracting.</a:t>
            </a:r>
            <a:endParaRPr/>
          </a:p>
        </p:txBody>
      </p:sp>
      <p:pic>
        <p:nvPicPr>
          <p:cNvPr id="529" name="Google Shape;529;p9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