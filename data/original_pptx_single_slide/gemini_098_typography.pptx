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3" r:id="rId10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3" Type="http://schemas.openxmlformats.org/officeDocument/2006/relationships/slide" Target="slides/slide9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9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1" name="Google Shape;801;p9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85.jpg"/></Relationships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22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Science Behind Junk Food Cravings</a:t>
            </a:r>
            <a:endParaRPr/>
          </a:p>
        </p:txBody>
      </p:sp>
      <p:sp>
        <p:nvSpPr>
          <p:cNvPr id="804" name="Google Shape;804;p122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sz="1600" u="none"/>
              <a:t>Junk food triggers the release of "feel-good" chemicals in the brain, like dopamine.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sz="4000" u="none"/>
              <a:t>HIGH IN SUGAR, SALT, AND FAT, JUNK FOOD  APPEALS TO OUR EVOLUTIONARY INSTINCTS FOR CALORIE-DENSE FOODS.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sz="3000" u="none"/>
              <a:t>THE COMBINATION OF THESE INGREDIENTS CAN CREATE ADDICTIVE PROPERTIES.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sz="1600" u="sng"/>
              <a:t>This can lead to cravings and overconsumption, even when we know it's unhealthy.</a:t>
            </a:r>
            <a:endParaRPr/>
          </a:p>
        </p:txBody>
      </p:sp>
      <p:pic>
        <p:nvPicPr>
          <p:cNvPr id="805" name="Google Shape;805;p12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