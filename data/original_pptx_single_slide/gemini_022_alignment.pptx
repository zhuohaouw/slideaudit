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Not Both?</a:t>
            </a:r>
            <a:endParaRPr/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probability of extraterrestrial life seems high.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Where is everybody?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contradiction is known as the Fermi Paradox,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has sparked numerous hypotheses and scientific inquiries.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67" name="Google Shape;267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