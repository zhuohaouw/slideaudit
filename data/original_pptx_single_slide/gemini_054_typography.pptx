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9" r:id="rId5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9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5" name="Google Shape;495;p5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7.jpg"/></Relationships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8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Evolution of Communication 🗣️</a:t>
            </a:r>
            <a:endParaRPr/>
          </a:p>
        </p:txBody>
      </p:sp>
      <p:sp>
        <p:nvSpPr>
          <p:cNvPr id="498" name="Google Shape;498;p78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1" lang="zh-CN" u="none"/>
              <a:t>Cave Paintings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1" lang="zh-CN" u="none"/>
              <a:t>Written Language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1" lang="zh-CN" u="sng"/>
              <a:t>Printing Press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1" lang="zh-CN" u="none"/>
              <a:t>Telegraph and Telephone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0" lang="zh-CN" u="sng"/>
              <a:t>Radio and Television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1" lang="zh-CN" u="none"/>
              <a:t>INTERNET AND SOCIAL MEDIA</a:t>
            </a:r>
            <a:endParaRPr/>
          </a:p>
        </p:txBody>
      </p:sp>
      <p:pic>
        <p:nvPicPr>
          <p:cNvPr id="499" name="Google Shape;499;p7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