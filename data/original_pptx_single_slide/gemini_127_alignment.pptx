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2" r:id="rId1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2" Type="http://schemas.openxmlformats.org/officeDocument/2006/relationships/slide" Target="slides/slide1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2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1" name="Google Shape;1001;p1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15.jpg"/></Relationships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5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Space Race: Past and Future</a:t>
            </a:r>
            <a:endParaRPr/>
          </a:p>
        </p:txBody>
      </p:sp>
      <p:sp>
        <p:nvSpPr>
          <p:cNvPr id="1004" name="Google Shape;1004;p151"/>
          <p:cNvSpPr txBox="1"/>
          <p:nvPr>
            <p:ph idx="1" type="body"/>
          </p:nvPr>
        </p:nvSpPr>
        <p:spPr>
          <a:xfrm>
            <a:off x="4773110" y="1820482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1957: Sputnik 1 launched, first artificial satellite.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1961: Yuri Gagarin, first human in space.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1969: Apollo 11, first humans on the Moon.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1998: International Space Station construction begins.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2020s: Focus shifts to Mars exploration.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Future: Establish sustainable human presence on Mars.</a:t>
            </a:r>
            <a:endParaRPr/>
          </a:p>
        </p:txBody>
      </p:sp>
      <p:pic>
        <p:nvPicPr>
          <p:cNvPr id="1005" name="Google Shape;1005;p1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