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4" r:id="rId1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4" Type="http://schemas.openxmlformats.org/officeDocument/2006/relationships/slide" Target="slides/slide1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4" name="Google Shape;1084;p1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6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812612"/>
                </a:solidFill>
              </a:rPr>
              <a:t>Animal Senses</a:t>
            </a:r>
            <a:endParaRPr/>
          </a:p>
        </p:txBody>
      </p:sp>
      <p:sp>
        <p:nvSpPr>
          <p:cNvPr id="1087" name="Google Shape;1087;p16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Sight: Many birds see a wider spectrum of colors than humans.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Smell: Sharks can detect blood from miles away.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Hearing: Bats use echolocation to navigate and find prey.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Taste: Butterflies taste with their feet.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Touch: Spiders use vibrations to sense prey in their webs.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Electroreception: Some fish sense electrical fields in the water.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Magnetoreception: Birds navigate using Earth's magnetic field.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