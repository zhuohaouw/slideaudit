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6" r:id="rId10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6" Type="http://schemas.openxmlformats.org/officeDocument/2006/relationships/slide" Target="slides/slide10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01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2" name="Google Shape;822;p10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89.jpg"/></Relationships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2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The Silk Road's Global Impact</a:t>
            </a:r>
            <a:endParaRPr/>
          </a:p>
        </p:txBody>
      </p:sp>
      <p:sp>
        <p:nvSpPr>
          <p:cNvPr id="825" name="Google Shape;825;p12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mic Sans MS"/>
                <a:ea typeface="Comic Sans MS"/>
                <a:cs typeface="Comic Sans MS"/>
                <a:sym typeface="Comic Sans MS"/>
              </a:rPr>
              <a:t>Ancient network of trade routes connecting East and West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Active roughly 2,000 years, from 130 BCE to 1453 CE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Facilitated exchange of goods, ideas, and culture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Arial"/>
                <a:ea typeface="Arial"/>
                <a:cs typeface="Arial"/>
                <a:sym typeface="Arial"/>
              </a:rPr>
              <a:t>Spread of religions, including Buddhism and Christianity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>
                <a:latin typeface="Times New Roman"/>
                <a:ea typeface="Times New Roman"/>
                <a:cs typeface="Times New Roman"/>
                <a:sym typeface="Times New Roman"/>
              </a:rPr>
              <a:t>Key to economic and cultural development in many regions</a:t>
            </a:r>
            <a:endParaRPr/>
          </a:p>
        </p:txBody>
      </p:sp>
      <p:pic>
        <p:nvPicPr>
          <p:cNvPr id="826" name="Google Shape;826;p12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