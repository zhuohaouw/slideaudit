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2" r:id="rId1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2" Type="http://schemas.openxmlformats.org/officeDocument/2006/relationships/slide" Target="slides/slide1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2" name="Google Shape;1282;p1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47.jpg"/></Relationships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9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Bizarre Laws Still on the Books</a:t>
            </a:r>
            <a:endParaRPr/>
          </a:p>
        </p:txBody>
      </p:sp>
      <p:sp>
        <p:nvSpPr>
          <p:cNvPr id="1285" name="Google Shape;1285;p191"/>
          <p:cNvSpPr txBox="1"/>
          <p:nvPr>
            <p:ph idx="1" type="body"/>
          </p:nvPr>
        </p:nvSpPr>
        <p:spPr>
          <a:xfrm>
            <a:off x="0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chew gum in Singapore.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die in the Houses of Parliament in England.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own only one guinea pig in Switzerland.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Reincarnation without government permission is forbidden in China.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flush the toilet after 10 PM in Switzerland.</a:t>
            </a:r>
            <a:endParaRPr/>
          </a:p>
        </p:txBody>
      </p:sp>
      <p:pic>
        <p:nvPicPr>
          <p:cNvPr id="1286" name="Google Shape;1286;p19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