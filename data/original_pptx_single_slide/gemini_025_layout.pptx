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0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jpg"/></Relationships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Cats vs. Dogs</a:t>
            </a:r>
            <a:endParaRPr/>
          </a:p>
        </p:txBody>
      </p:sp>
      <p:sp>
        <p:nvSpPr>
          <p:cNvPr id="287" name="Google Shape;287;p4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Loyal, playful, energetic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Independent, low-maintenance, cuddly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Require training and exercise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Self-sufficient and require less attention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Dogs: Better for active owners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Cats: Better for busy or relaxed owners</a:t>
            </a:r>
            <a:endParaRPr/>
          </a:p>
        </p:txBody>
      </p:sp>
      <p:pic>
        <p:nvPicPr>
          <p:cNvPr id="288" name="Google Shape;288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