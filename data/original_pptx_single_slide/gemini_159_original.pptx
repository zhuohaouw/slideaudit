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4" r:id="rId1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4" Type="http://schemas.openxmlformats.org/officeDocument/2006/relationships/slide" Target="slides/slide1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31bfb8c82e_1_41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138.jpg"/></Relationships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8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Decision-Making</a:t>
            </a:r>
            <a:endParaRPr/>
          </a:p>
        </p:txBody>
      </p:sp>
      <p:sp>
        <p:nvSpPr>
          <p:cNvPr id="1071" name="Google Shape;1071;p18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Humans are not always rational actors.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Cognitive biases influence decision-making.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Emotional factors outweigh logic.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We seek immediate gratification over long-term benefits.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can lead to irrational choices and poor outcomes.</a:t>
            </a:r>
            <a:endParaRPr/>
          </a:p>
        </p:txBody>
      </p:sp>
      <p:pic>
        <p:nvPicPr>
          <p:cNvPr id="1072" name="Google Shape;1072;p18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