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7" r:id="rId1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4" name="Google Shape;1104;p1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27.jpg"/></Relationships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66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000"/>
              <a:t>Evolution of Music Genres 🎶</a:t>
            </a:r>
            <a:endParaRPr/>
          </a:p>
        </p:txBody>
      </p:sp>
      <p:sp>
        <p:nvSpPr>
          <p:cNvPr id="1107" name="Google Shape;1107;p16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Music (before 1500): Religious, folk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Baroque (1600-1750): Classical, opera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Classical (1750-1820): Symphony, sonata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Romantic (1820-1900): Expressive, emotional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Century (1900-2000): Jazz, blues, rock, pop, electronic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21st Century (2000-Present): Hip hop, EDM, indie, K-Pop</a:t>
            </a:r>
            <a:endParaRPr/>
          </a:p>
        </p:txBody>
      </p:sp>
      <p:pic>
        <p:nvPicPr>
          <p:cNvPr id="1108" name="Google Shape;1108;p1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