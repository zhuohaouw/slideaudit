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7" r:id="rId1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7" Type="http://schemas.openxmlformats.org/officeDocument/2006/relationships/slide" Target="slides/slide1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2" name="Google Shape;1172;p1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126.jpg"/></Relationships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7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Timekeeping 🕰️</a:t>
            </a:r>
            <a:endParaRPr/>
          </a:p>
        </p:txBody>
      </p:sp>
      <p:sp>
        <p:nvSpPr>
          <p:cNvPr id="1175" name="Google Shape;1175;p17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sng"/>
              <a:t>Early humans: Observed natural cycles (sun, moon, seasons).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/>
              <a:t>Sundials: Tracked sun's shadow for daytime hours.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/>
              <a:t>WATER CLOCKS: MEASURED FLOW OF WATER TO MARK TIME.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/>
              <a:t>Hourglasses: Used sand to measure set durations.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/>
              <a:t>Mechanical clocks: Revolutionized timekeeping with gears and pendulums.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/>
              <a:t>Atomic clocks: Most accurate, based on atomic vibrations.</a:t>
            </a:r>
            <a:endParaRPr/>
          </a:p>
        </p:txBody>
      </p:sp>
      <p:pic>
        <p:nvPicPr>
          <p:cNvPr id="1176" name="Google Shape;1176;p17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