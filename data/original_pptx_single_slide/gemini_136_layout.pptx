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1" r:id="rId1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1" Type="http://schemas.openxmlformats.org/officeDocument/2006/relationships/slide" Target="slides/slide1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4" name="Google Shape;1064;p1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21.jpg"/></Relationships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60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Streaming Revolution</a:t>
            </a:r>
            <a:endParaRPr/>
          </a:p>
        </p:txBody>
      </p:sp>
      <p:sp>
        <p:nvSpPr>
          <p:cNvPr id="1067" name="Google Shape;1067;p160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 of streaming services has disrupted traditional media (TV, movies, music).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Streaming offers on-demand content, personalized recommendations, and accessibility.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Traditional media faces declining viewership, impacting revenue and content creation.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Streaming services invest in original content, attracting talent and audiences.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shift towards streaming has impacted the way media is consumed and produced.</a:t>
            </a:r>
            <a:endParaRPr/>
          </a:p>
        </p:txBody>
      </p:sp>
      <p:pic>
        <p:nvPicPr>
          <p:cNvPr id="1068" name="Google Shape;1068;p1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