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9" r:id="rId17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9" Type="http://schemas.openxmlformats.org/officeDocument/2006/relationships/slide" Target="slides/slide17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17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1" name="Google Shape;1331;p17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148.jpg"/></Relationships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198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The Science Behind Food Cravings</a:t>
            </a:r>
            <a:endParaRPr/>
          </a:p>
        </p:txBody>
      </p:sp>
      <p:sp>
        <p:nvSpPr>
          <p:cNvPr id="1334" name="Google Shape;1334;p198"/>
          <p:cNvSpPr txBox="1"/>
          <p:nvPr>
            <p:ph idx="1" type="body"/>
          </p:nvPr>
        </p:nvSpPr>
        <p:spPr>
          <a:xfrm>
            <a:off x="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Specific foods trigger feel-good chemicals in the brain.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Evolutionary instincts draw us towards calorie-dense foods.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Sugar, salt, and fat combinations can be addictive.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Cravings and overconsumption can result, despite health risks.</a:t>
            </a:r>
            <a:endParaRPr/>
          </a:p>
        </p:txBody>
      </p:sp>
      <p:pic>
        <p:nvPicPr>
          <p:cNvPr id="1335" name="Google Shape;1335;p19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