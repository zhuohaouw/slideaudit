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0" r:id="rId18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0" Type="http://schemas.openxmlformats.org/officeDocument/2006/relationships/slide" Target="slides/slide17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331bfb8c82e_1_456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5.xml"/></Relationships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199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Surname Origins</a:t>
            </a:r>
            <a:endParaRPr/>
          </a:p>
        </p:txBody>
      </p:sp>
      <p:sp>
        <p:nvSpPr>
          <p:cNvPr id="1166" name="Google Shape;1166;p199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Surnames emerged during the Middle Ages (c. 1000)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Occupational surnames: Smith, Baker, Taylor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Locational surnames: Hill, Green, York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Patronymic/Matronymic surnames: Johnson, Williamson, Marriott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Surnames provide clues about ancestral origins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Occupational surnames reveal family trade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Locational surnames may indicate geographical origin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