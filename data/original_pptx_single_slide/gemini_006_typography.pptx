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jpg"/></Relationships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Bizarre Laws Still on the Books</a:t>
            </a:r>
            <a:endParaRPr/>
          </a:p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BE4C29"/>
                </a:solidFill>
              </a:rPr>
              <a:t>It is illegal to chew gum in Singapore.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054779"/>
                </a:solidFill>
              </a:rPr>
              <a:t>It is illegal to die in the Houses of Parliament in England.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A519D8"/>
                </a:solidFill>
              </a:rPr>
              <a:t>It is illegal to own only one guinea pig in Switzerland.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316692"/>
                </a:solidFill>
              </a:rPr>
              <a:t>Reincarnation without government permission is forbidden in China.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6F7E06"/>
                </a:solidFill>
              </a:rPr>
              <a:t>It is illegal to flush the toilet after 10 PM in Switzerland.</a:t>
            </a:r>
            <a:endParaRPr/>
          </a:p>
        </p:txBody>
      </p:sp>
      <p:pic>
        <p:nvPicPr>
          <p:cNvPr id="157" name="Google Shape;157;p3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