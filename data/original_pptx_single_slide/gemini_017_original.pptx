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72" r:id="rId2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22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31bfb8c82e_1_40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jpg"/></Relationships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1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Renewable Energy Sources ♻️ ☀️ 💨 💧</a:t>
            </a:r>
            <a:endParaRPr/>
          </a:p>
        </p:txBody>
      </p:sp>
      <p:sp>
        <p:nvSpPr>
          <p:cNvPr id="214" name="Google Shape;214;p41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Solar Power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Wind Power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Hydropower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Geothermal Energy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Biomass Energy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Ocean Energy</a:t>
            </a:r>
            <a:endParaRPr/>
          </a:p>
        </p:txBody>
      </p:sp>
      <p:pic>
        <p:nvPicPr>
          <p:cNvPr id="215" name="Google Shape;215;p41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3672" y="228600"/>
            <a:ext cx="4690800" cy="4690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