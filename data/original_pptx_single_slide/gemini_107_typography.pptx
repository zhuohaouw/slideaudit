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2" r:id="rId1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2" Type="http://schemas.openxmlformats.org/officeDocument/2006/relationships/slide" Target="slides/slide10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4" name="Google Shape;864;p10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02.jpg"/></Relationships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31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History's Strangest Coincidences</a:t>
            </a:r>
            <a:endParaRPr/>
          </a:p>
        </p:txBody>
      </p:sp>
      <p:sp>
        <p:nvSpPr>
          <p:cNvPr id="867" name="Google Shape;867;p131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/>
              <a:t>The "Curse" of the Titanic: A fictional book predicted the Titanic's sinking 14 years before it happened. Luck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Mark Twain and Halley's Comet: Twain was born and died during Halley's Comet appearances. Luck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200"/>
              <a:t>The Lincoln-Kennedy Coincidences: Eerie similarities between the assassinations of two presidents. Luck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Twin Strangers: Two identical strangers met by chance. Just an interesting coincidence</a:t>
            </a:r>
            <a:endParaRPr/>
          </a:p>
        </p:txBody>
      </p:sp>
      <p:pic>
        <p:nvPicPr>
          <p:cNvPr id="868" name="Google Shape;868;p13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