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6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15" r:id="rId6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5" Type="http://schemas.openxmlformats.org/officeDocument/2006/relationships/slide" Target="slides/slide6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31bfb8c82e_1_160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6.jpg"/></Relationships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8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Energy Storage Solutions 🔋 ☀️ 💡</a:t>
            </a:r>
            <a:endParaRPr/>
          </a:p>
        </p:txBody>
      </p:sp>
      <p:sp>
        <p:nvSpPr>
          <p:cNvPr id="480" name="Google Shape;480;p8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Batteries: Store electricity for later use.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Pumped Hydro: Stores energy using water and gravity.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Compressed Air: Stores energy by compressing air in underground reservoirs.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Flywheels: Store energy mechanically through rotation.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Thermal Energy Storage: Stores heat or cold for later use.</a:t>
            </a:r>
            <a:endParaRPr/>
          </a:p>
        </p:txBody>
      </p:sp>
      <p:pic>
        <p:nvPicPr>
          <p:cNvPr id="481" name="Google Shape;481;p84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3672" y="228600"/>
            <a:ext cx="4690800" cy="4690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