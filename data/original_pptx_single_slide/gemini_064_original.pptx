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9" r:id="rId6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9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31bfb8c82e_1_171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9.jpg"/></Relationships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8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Waggle Dance 🐝</a:t>
            </a:r>
            <a:endParaRPr/>
          </a:p>
        </p:txBody>
      </p:sp>
      <p:sp>
        <p:nvSpPr>
          <p:cNvPr id="504" name="Google Shape;504;p88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Bees communicate through "waggle dances" to share information about food sources.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dance's duration and direction indicate distance and location.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communication is vital for the hive's survival as it allows them to efficiently find food.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waggle dance helps the colony adapt to changes in their environment by quickly locating new food sources.</a:t>
            </a:r>
            <a:endParaRPr/>
          </a:p>
        </p:txBody>
      </p:sp>
      <p:pic>
        <p:nvPicPr>
          <p:cNvPr id="505" name="Google Shape;505;p8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