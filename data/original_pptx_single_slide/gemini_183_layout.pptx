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8" r:id="rId18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8" Type="http://schemas.openxmlformats.org/officeDocument/2006/relationships/slide" Target="slides/slide18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18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2" name="Google Shape;1392;p18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207"/>
          <p:cNvSpPr txBox="1"/>
          <p:nvPr>
            <p:ph type="title"/>
          </p:nvPr>
        </p:nvSpPr>
        <p:spPr>
          <a:xfrm>
            <a:off x="301749" y="310900"/>
            <a:ext cx="3629447" cy="4177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History of Board Games 🎲</a:t>
            </a:r>
            <a:endParaRPr/>
          </a:p>
        </p:txBody>
      </p:sp>
      <p:sp>
        <p:nvSpPr>
          <p:cNvPr id="1395" name="Google Shape;1395;p207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Ancient Origins: Earliest board games date back to ancient civilizations.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Mehen (Egypt):  One of the oldest known board games.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Senet (Egypt):  A popular game in ancient Egypt.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Royal Game of Ur (Mesopotamia):  Two-player race game.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Development in Asia: Complex strategy games like Go and Chess originated in Asia.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Modern Board Games:  Emerged in the 19th and 20th centuries.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Board game popularity continues to increase with new themes and mechanics.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