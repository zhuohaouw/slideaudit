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3" r:id="rId1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3" Type="http://schemas.openxmlformats.org/officeDocument/2006/relationships/slide" Target="slides/slide1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31bfb8c82e_1_41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34.jpg"/></Relationships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8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World's Deepest Caves</a:t>
            </a:r>
            <a:endParaRPr/>
          </a:p>
        </p:txBody>
      </p:sp>
      <p:sp>
        <p:nvSpPr>
          <p:cNvPr id="1062" name="Google Shape;1062;p18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Krubera Cave: 2,197 meters (7,208 ft)</a:t>
            </a:r>
            <a:endParaRPr/>
          </a:p>
        </p:txBody>
      </p:sp>
      <p:sp>
        <p:nvSpPr>
          <p:cNvPr id="1063" name="Google Shape;1063;p18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Veryovkina Cave: 2,212 meters (7,257 ft)</a:t>
            </a:r>
            <a:endParaRPr/>
          </a:p>
        </p:txBody>
      </p:sp>
      <p:sp>
        <p:nvSpPr>
          <p:cNvPr id="1064" name="Google Shape;1064;p18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Sarma Cave: 1,830 meters (6,004 ft)</a:t>
            </a:r>
            <a:endParaRPr/>
          </a:p>
        </p:txBody>
      </p:sp>
      <p:sp>
        <p:nvSpPr>
          <p:cNvPr id="1065" name="Google Shape;1065;p18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Discovered by Alexander Kruber, Oleg Parfenov, and Sergio García-Dils de la Vega, respectively</a:t>
            </a:r>
            <a:endParaRPr/>
          </a:p>
        </p:txBody>
      </p:sp>
      <p:pic>
        <p:nvPicPr>
          <p:cNvPr id="1066" name="Google Shape;1066;p18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