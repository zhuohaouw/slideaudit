
<file path=[Content_Types].xml><?xml version="1.0" encoding="utf-8"?>
<Types xmlns="http://schemas.openxmlformats.org/package/2006/content-types">
  <Default Extension="jpg" ContentType="image/jpeg"/>
  <Default Extension="rels" ContentType="application/vnd.openxmlformats-package.relationships+xml"/>
  <Default Extension="xml" ContentType="application/xml"/>
  <Override PartName="/ppt/notesMasters/notesMaster1.xml" ContentType="application/vnd.openxmlformats-officedocument.presentationml.notesMaster+xml"/>
  <Override PartName="/ppt/notesSlides/notesSlide2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29.xml" ContentType="application/vnd.openxmlformats-officedocument.presentationml.slide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71" r:id="rId4"/>
  </p:sldMasterIdLst>
  <p:notesMasterIdLst>
    <p:notesMasterId r:id="rId5"/>
  </p:notesMasterIdLst>
  <p:sldIdLst>
    <p:sldId id="284" r:id="rId34"/>
  </p:sldIdLst>
  <p:sldSz cy="5143500" cx="9144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5" Type="http://schemas.openxmlformats.org/officeDocument/2006/relationships/notesMaster" Target="notesMasters/notesMaster1.xml"/><Relationship Id="rId34" Type="http://schemas.openxmlformats.org/officeDocument/2006/relationships/slide" Target="slides/slide29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2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2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82" name="Shape 2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3" name="Google Shape;283;g331bfb8c82e_1_729:notes"/>
          <p:cNvSpPr txBox="1"/>
          <p:nvPr>
            <p:ph idx="1" type="body"/>
          </p:nvPr>
        </p:nvSpPr>
        <p:spPr>
          <a:xfrm>
            <a:off x="2286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2" name="Google Shape;12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5" name="Google Shape;15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8" name="Google Shape;18;p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3" name="Google Shape;23;p5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4" name="Google Shape;24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0" name="Google Shape;30;p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1" name="Google Shape;31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4" name="Google Shape;34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p9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8" name="Google Shape;38;p9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39" name="Google Shape;39;p9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0" name="Google Shape;40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3" name="Google Shape;43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7" name="Google Shape;47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LB_1_1_0_A">
  <p:cSld name="TITLE_AND_BODY_1_1_1_1"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13"/>
          <p:cNvSpPr txBox="1"/>
          <p:nvPr>
            <p:ph type="title"/>
          </p:nvPr>
        </p:nvSpPr>
        <p:spPr>
          <a:xfrm>
            <a:off x="301749" y="310900"/>
            <a:ext cx="2757000" cy="3173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52" name="Google Shape;52;p13"/>
          <p:cNvSpPr txBox="1"/>
          <p:nvPr>
            <p:ph idx="1" type="body"/>
          </p:nvPr>
        </p:nvSpPr>
        <p:spPr>
          <a:xfrm>
            <a:off x="3460800" y="310900"/>
            <a:ext cx="5344800" cy="4526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1_1_G">
  <p:cSld name="TITLE_AND_BODY_2_1_1_1_1_1_1_1_1">
    <p:spTree>
      <p:nvGrpSpPr>
        <p:cNvPr id="53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14"/>
          <p:cNvSpPr/>
          <p:nvPr>
            <p:ph idx="2" type="pic"/>
          </p:nvPr>
        </p:nvSpPr>
        <p:spPr>
          <a:xfrm>
            <a:off x="4233672" y="228600"/>
            <a:ext cx="4690800" cy="4690800"/>
          </a:xfrm>
          <a:prstGeom prst="rect">
            <a:avLst/>
          </a:prstGeom>
          <a:noFill/>
          <a:ln>
            <a:noFill/>
          </a:ln>
        </p:spPr>
      </p:sp>
      <p:sp>
        <p:nvSpPr>
          <p:cNvPr id="55" name="Google Shape;55;p14"/>
          <p:cNvSpPr txBox="1"/>
          <p:nvPr>
            <p:ph type="title"/>
          </p:nvPr>
        </p:nvSpPr>
        <p:spPr>
          <a:xfrm>
            <a:off x="228600" y="228600"/>
            <a:ext cx="3557100" cy="841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56" name="Google Shape;56;p14"/>
          <p:cNvSpPr txBox="1"/>
          <p:nvPr>
            <p:ph idx="1" type="body"/>
          </p:nvPr>
        </p:nvSpPr>
        <p:spPr>
          <a:xfrm>
            <a:off x="228600" y="1600200"/>
            <a:ext cx="3557100" cy="3319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1_1_C">
  <p:cSld name="TITLE_AND_BODY_2_1_1_1_1">
    <p:spTree>
      <p:nvGrpSpPr>
        <p:cNvPr id="57" name="Shape 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Google Shape;58;p15"/>
          <p:cNvSpPr/>
          <p:nvPr>
            <p:ph idx="2" type="pic"/>
          </p:nvPr>
        </p:nvSpPr>
        <p:spPr>
          <a:xfrm>
            <a:off x="228600" y="228600"/>
            <a:ext cx="4690800" cy="4690800"/>
          </a:xfrm>
          <a:prstGeom prst="roundRect">
            <a:avLst>
              <a:gd fmla="val 50000" name="adj"/>
            </a:avLst>
          </a:prstGeom>
          <a:noFill/>
          <a:ln>
            <a:noFill/>
          </a:ln>
        </p:spPr>
      </p:sp>
      <p:sp>
        <p:nvSpPr>
          <p:cNvPr id="59" name="Google Shape;59;p15"/>
          <p:cNvSpPr txBox="1"/>
          <p:nvPr>
            <p:ph type="title"/>
          </p:nvPr>
        </p:nvSpPr>
        <p:spPr>
          <a:xfrm>
            <a:off x="5362500" y="640075"/>
            <a:ext cx="3467100" cy="795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60" name="Google Shape;60;p15"/>
          <p:cNvSpPr txBox="1"/>
          <p:nvPr>
            <p:ph idx="1" type="body"/>
          </p:nvPr>
        </p:nvSpPr>
        <p:spPr>
          <a:xfrm>
            <a:off x="5279300" y="1901949"/>
            <a:ext cx="3550200" cy="26976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1_1_H">
  <p:cSld name="TITLE_AND_BODY_2_1_1_1_1_1_1_1_1_1"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16"/>
          <p:cNvSpPr/>
          <p:nvPr>
            <p:ph idx="2" type="pic"/>
          </p:nvPr>
        </p:nvSpPr>
        <p:spPr>
          <a:xfrm>
            <a:off x="548640" y="1554480"/>
            <a:ext cx="2807100" cy="2807100"/>
          </a:xfrm>
          <a:prstGeom prst="roundRect">
            <a:avLst>
              <a:gd fmla="val 8343" name="adj"/>
            </a:avLst>
          </a:prstGeom>
          <a:noFill/>
          <a:ln>
            <a:noFill/>
          </a:ln>
        </p:spPr>
      </p:sp>
      <p:sp>
        <p:nvSpPr>
          <p:cNvPr id="63" name="Google Shape;63;p16"/>
          <p:cNvSpPr txBox="1"/>
          <p:nvPr>
            <p:ph type="title"/>
          </p:nvPr>
        </p:nvSpPr>
        <p:spPr>
          <a:xfrm>
            <a:off x="548675" y="603500"/>
            <a:ext cx="7923900" cy="6675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64" name="Google Shape;64;p16"/>
          <p:cNvSpPr txBox="1"/>
          <p:nvPr>
            <p:ph idx="1" type="body"/>
          </p:nvPr>
        </p:nvSpPr>
        <p:spPr>
          <a:xfrm>
            <a:off x="3895344" y="1408176"/>
            <a:ext cx="4782300" cy="30906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cxnSp>
        <p:nvCxnSpPr>
          <p:cNvPr id="65" name="Google Shape;65;p16"/>
          <p:cNvCxnSpPr/>
          <p:nvPr/>
        </p:nvCxnSpPr>
        <p:spPr>
          <a:xfrm>
            <a:off x="544200" y="451125"/>
            <a:ext cx="1059900" cy="0"/>
          </a:xfrm>
          <a:prstGeom prst="straightConnector1">
            <a:avLst/>
          </a:prstGeom>
          <a:noFill/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</p:cxn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1_1_D">
  <p:cSld name="TITLE_AND_BODY_2_1_1_1_1_1">
    <p:spTree>
      <p:nvGrpSpPr>
        <p:cNvPr id="66" name="Shape 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Google Shape;67;p17"/>
          <p:cNvSpPr txBox="1"/>
          <p:nvPr>
            <p:ph type="title"/>
          </p:nvPr>
        </p:nvSpPr>
        <p:spPr>
          <a:xfrm>
            <a:off x="228600" y="804675"/>
            <a:ext cx="3730200" cy="795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68" name="Google Shape;68;p17"/>
          <p:cNvSpPr txBox="1"/>
          <p:nvPr>
            <p:ph idx="1" type="body"/>
          </p:nvPr>
        </p:nvSpPr>
        <p:spPr>
          <a:xfrm>
            <a:off x="228600" y="1901954"/>
            <a:ext cx="3730200" cy="2697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69" name="Google Shape;69;p17"/>
          <p:cNvSpPr/>
          <p:nvPr>
            <p:ph idx="2" type="pic"/>
          </p:nvPr>
        </p:nvSpPr>
        <p:spPr>
          <a:xfrm>
            <a:off x="4233672" y="228600"/>
            <a:ext cx="4690800" cy="4690800"/>
          </a:xfrm>
          <a:prstGeom prst="round2DiagRect">
            <a:avLst>
              <a:gd fmla="val 16667" name="adj1"/>
              <a:gd fmla="val 0" name="adj2"/>
            </a:avLst>
          </a:prstGeom>
          <a:noFill/>
          <a:ln>
            <a:noFill/>
          </a:ln>
        </p:spPr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1_1_F">
  <p:cSld name="TITLE_AND_BODY_2_1_1_1_1_1_1_1">
    <p:spTree>
      <p:nvGrpSpPr>
        <p:cNvPr id="70" name="Shape 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Google Shape;71;p18"/>
          <p:cNvSpPr/>
          <p:nvPr/>
        </p:nvSpPr>
        <p:spPr>
          <a:xfrm>
            <a:off x="228600" y="228600"/>
            <a:ext cx="8686800" cy="4686300"/>
          </a:xfrm>
          <a:prstGeom prst="roundRect">
            <a:avLst>
              <a:gd fmla="val 6123" name="adj"/>
            </a:avLst>
          </a:prstGeom>
          <a:noFill/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2" name="Google Shape;72;p18"/>
          <p:cNvSpPr/>
          <p:nvPr>
            <p:ph idx="2" type="pic"/>
          </p:nvPr>
        </p:nvSpPr>
        <p:spPr>
          <a:xfrm>
            <a:off x="4626864" y="585216"/>
            <a:ext cx="3968400" cy="3968400"/>
          </a:xfrm>
          <a:prstGeom prst="rect">
            <a:avLst/>
          </a:prstGeom>
          <a:noFill/>
          <a:ln>
            <a:noFill/>
          </a:ln>
        </p:spPr>
      </p:sp>
      <p:sp>
        <p:nvSpPr>
          <p:cNvPr id="73" name="Google Shape;73;p18"/>
          <p:cNvSpPr txBox="1"/>
          <p:nvPr>
            <p:ph type="title"/>
          </p:nvPr>
        </p:nvSpPr>
        <p:spPr>
          <a:xfrm>
            <a:off x="557784" y="585216"/>
            <a:ext cx="3712500" cy="932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74" name="Google Shape;74;p18"/>
          <p:cNvSpPr txBox="1"/>
          <p:nvPr>
            <p:ph idx="1" type="body"/>
          </p:nvPr>
        </p:nvSpPr>
        <p:spPr>
          <a:xfrm>
            <a:off x="508525" y="1883625"/>
            <a:ext cx="3761700" cy="26700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orient="horz" pos="1620">
          <p15:clr>
            <a:srgbClr val="E46962"/>
          </p15:clr>
        </p15:guide>
        <p15:guide id="2" pos="351">
          <p15:clr>
            <a:srgbClr val="E46962"/>
          </p15:clr>
        </p15:guide>
      </p15:sldGuideLst>
    </p:ext>
  </p:extLst>
</p:sldLayout>
</file>

<file path=ppt/slideLayouts/slideLayout1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1_1_A">
  <p:cSld name="TITLE_AND_BODY_2">
    <p:spTree>
      <p:nvGrpSpPr>
        <p:cNvPr id="75" name="Shape 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" name="Google Shape;76;p19"/>
          <p:cNvSpPr/>
          <p:nvPr>
            <p:ph idx="2" type="pic"/>
          </p:nvPr>
        </p:nvSpPr>
        <p:spPr>
          <a:xfrm>
            <a:off x="3996000" y="0"/>
            <a:ext cx="5148000" cy="5143500"/>
          </a:xfrm>
          <a:prstGeom prst="rect">
            <a:avLst/>
          </a:prstGeom>
          <a:noFill/>
          <a:ln>
            <a:noFill/>
          </a:ln>
        </p:spPr>
      </p:sp>
      <p:sp>
        <p:nvSpPr>
          <p:cNvPr id="77" name="Google Shape;77;p19"/>
          <p:cNvSpPr txBox="1"/>
          <p:nvPr>
            <p:ph type="title"/>
          </p:nvPr>
        </p:nvSpPr>
        <p:spPr>
          <a:xfrm>
            <a:off x="384048" y="329184"/>
            <a:ext cx="3154800" cy="8688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78" name="Google Shape;78;p19"/>
          <p:cNvSpPr txBox="1"/>
          <p:nvPr>
            <p:ph idx="1" type="body"/>
          </p:nvPr>
        </p:nvSpPr>
        <p:spPr>
          <a:xfrm>
            <a:off x="329184" y="1545336"/>
            <a:ext cx="3218700" cy="30999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1_1_B">
  <p:cSld name="TITLE_AND_BODY_2_1_1_1">
    <p:spTree>
      <p:nvGrpSpPr>
        <p:cNvPr id="79" name="Shape 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" name="Google Shape;80;p20"/>
          <p:cNvSpPr/>
          <p:nvPr>
            <p:ph idx="2" type="pic"/>
          </p:nvPr>
        </p:nvSpPr>
        <p:spPr>
          <a:xfrm>
            <a:off x="4517136" y="475488"/>
            <a:ext cx="4188000" cy="4188000"/>
          </a:xfrm>
          <a:prstGeom prst="roundRect">
            <a:avLst>
              <a:gd fmla="val 8475" name="adj"/>
            </a:avLst>
          </a:prstGeom>
          <a:noFill/>
          <a:ln>
            <a:noFill/>
          </a:ln>
        </p:spPr>
      </p:sp>
      <p:sp>
        <p:nvSpPr>
          <p:cNvPr id="81" name="Google Shape;81;p20"/>
          <p:cNvSpPr txBox="1"/>
          <p:nvPr>
            <p:ph type="title"/>
          </p:nvPr>
        </p:nvSpPr>
        <p:spPr>
          <a:xfrm>
            <a:off x="548650" y="576075"/>
            <a:ext cx="3556800" cy="868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82" name="Google Shape;82;p20"/>
          <p:cNvSpPr txBox="1"/>
          <p:nvPr>
            <p:ph idx="1" type="body"/>
          </p:nvPr>
        </p:nvSpPr>
        <p:spPr>
          <a:xfrm>
            <a:off x="438912" y="1655064"/>
            <a:ext cx="3666600" cy="28713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cxnSp>
        <p:nvCxnSpPr>
          <p:cNvPr id="83" name="Google Shape;83;p20"/>
          <p:cNvCxnSpPr/>
          <p:nvPr/>
        </p:nvCxnSpPr>
        <p:spPr>
          <a:xfrm>
            <a:off x="530352" y="402336"/>
            <a:ext cx="1059900" cy="0"/>
          </a:xfrm>
          <a:prstGeom prst="straightConnector1">
            <a:avLst/>
          </a:prstGeom>
          <a:noFill/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84" name="Google Shape;84;p20"/>
          <p:cNvCxnSpPr/>
          <p:nvPr/>
        </p:nvCxnSpPr>
        <p:spPr>
          <a:xfrm>
            <a:off x="530352" y="4745736"/>
            <a:ext cx="1059900" cy="0"/>
          </a:xfrm>
          <a:prstGeom prst="straightConnector1">
            <a:avLst/>
          </a:prstGeom>
          <a:noFill/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</p:cxn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1_1_E">
  <p:cSld name="TITLE_AND_BODY_2_1_1_1_1_1_1">
    <p:spTree>
      <p:nvGrpSpPr>
        <p:cNvPr id="85" name="Shape 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Google Shape;86;p21"/>
          <p:cNvSpPr/>
          <p:nvPr>
            <p:ph idx="2" type="pic"/>
          </p:nvPr>
        </p:nvSpPr>
        <p:spPr>
          <a:xfrm>
            <a:off x="466195" y="587552"/>
            <a:ext cx="3968400" cy="3968400"/>
          </a:xfrm>
          <a:prstGeom prst="roundRect">
            <a:avLst>
              <a:gd fmla="val 9998" name="adj"/>
            </a:avLst>
          </a:prstGeom>
          <a:noFill/>
          <a:ln>
            <a:noFill/>
          </a:ln>
        </p:spPr>
      </p:sp>
      <p:sp>
        <p:nvSpPr>
          <p:cNvPr id="87" name="Google Shape;87;p21"/>
          <p:cNvSpPr txBox="1"/>
          <p:nvPr>
            <p:ph type="title"/>
          </p:nvPr>
        </p:nvSpPr>
        <p:spPr>
          <a:xfrm>
            <a:off x="4896292" y="280875"/>
            <a:ext cx="3925200" cy="1092300"/>
          </a:xfrm>
          <a:prstGeom prst="rect">
            <a:avLst/>
          </a:prstGeom>
        </p:spPr>
        <p:txBody>
          <a:bodyPr anchorCtr="0" anchor="b" bIns="0" lIns="0" spcFirstLastPara="1" rIns="0" wrap="square" tIns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88" name="Google Shape;88;p21"/>
          <p:cNvSpPr txBox="1"/>
          <p:nvPr>
            <p:ph idx="1" type="body"/>
          </p:nvPr>
        </p:nvSpPr>
        <p:spPr>
          <a:xfrm>
            <a:off x="4773075" y="1820475"/>
            <a:ext cx="4079700" cy="27885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cxnSp>
        <p:nvCxnSpPr>
          <p:cNvPr id="89" name="Google Shape;89;p21"/>
          <p:cNvCxnSpPr/>
          <p:nvPr/>
        </p:nvCxnSpPr>
        <p:spPr>
          <a:xfrm>
            <a:off x="4894857" y="1615440"/>
            <a:ext cx="1059900" cy="0"/>
          </a:xfrm>
          <a:prstGeom prst="straightConnector1">
            <a:avLst/>
          </a:prstGeom>
          <a:noFill/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</p:cxnSp>
    </p:spTree>
  </p:cSld>
  <p:clrMapOvr>
    <a:masterClrMapping/>
  </p:clrMapOvr>
  <p:extLst>
    <p:ext uri="{DCECCB84-F9BA-43D5-87BE-67443E8EF086}">
      <p15:sldGuideLst>
        <p15:guide id="1" orient="horz" pos="1620">
          <p15:clr>
            <a:srgbClr val="E46962"/>
          </p15:clr>
        </p15:guide>
        <p15:guide id="2" pos="3083">
          <p15:clr>
            <a:srgbClr val="E46962"/>
          </p15:clr>
        </p15:guide>
      </p15:sldGuideLst>
    </p:ext>
  </p:extLst>
</p:sldLayout>
</file>

<file path=ppt/slideLayouts/slideLayout2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4_1_A">
  <p:cSld name="CUSTOM_1_1">
    <p:spTree>
      <p:nvGrpSpPr>
        <p:cNvPr id="90" name="Shape 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Google Shape;91;p22"/>
          <p:cNvSpPr/>
          <p:nvPr>
            <p:ph idx="2" type="pic"/>
          </p:nvPr>
        </p:nvSpPr>
        <p:spPr>
          <a:xfrm>
            <a:off x="2990088" y="1436336"/>
            <a:ext cx="3173100" cy="3173100"/>
          </a:xfrm>
          <a:prstGeom prst="roundRect">
            <a:avLst>
              <a:gd fmla="val 50000" name="adj"/>
            </a:avLst>
          </a:prstGeom>
          <a:noFill/>
          <a:ln>
            <a:noFill/>
          </a:ln>
        </p:spPr>
      </p:sp>
      <p:sp>
        <p:nvSpPr>
          <p:cNvPr id="92" name="Google Shape;92;p22"/>
          <p:cNvSpPr txBox="1"/>
          <p:nvPr>
            <p:ph type="title"/>
          </p:nvPr>
        </p:nvSpPr>
        <p:spPr>
          <a:xfrm>
            <a:off x="228600" y="228600"/>
            <a:ext cx="8686800" cy="850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93" name="Google Shape;93;p22"/>
          <p:cNvSpPr txBox="1"/>
          <p:nvPr/>
        </p:nvSpPr>
        <p:spPr>
          <a:xfrm>
            <a:off x="210312" y="1171160"/>
            <a:ext cx="777300" cy="61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CN">
                <a:solidFill>
                  <a:schemeClr val="dk2"/>
                </a:solidFill>
              </a:rPr>
              <a:t>01</a:t>
            </a:r>
            <a:endParaRPr>
              <a:solidFill>
                <a:schemeClr val="dk2"/>
              </a:solidFill>
            </a:endParaRPr>
          </a:p>
        </p:txBody>
      </p:sp>
      <p:sp>
        <p:nvSpPr>
          <p:cNvPr id="94" name="Google Shape;94;p22"/>
          <p:cNvSpPr txBox="1"/>
          <p:nvPr/>
        </p:nvSpPr>
        <p:spPr>
          <a:xfrm>
            <a:off x="210312" y="3274280"/>
            <a:ext cx="777300" cy="61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CN">
                <a:solidFill>
                  <a:schemeClr val="dk2"/>
                </a:solidFill>
              </a:rPr>
              <a:t>02</a:t>
            </a:r>
            <a:endParaRPr>
              <a:solidFill>
                <a:schemeClr val="dk2"/>
              </a:solidFill>
            </a:endParaRPr>
          </a:p>
        </p:txBody>
      </p:sp>
      <p:sp>
        <p:nvSpPr>
          <p:cNvPr id="95" name="Google Shape;95;p22"/>
          <p:cNvSpPr txBox="1"/>
          <p:nvPr/>
        </p:nvSpPr>
        <p:spPr>
          <a:xfrm>
            <a:off x="6336792" y="1170432"/>
            <a:ext cx="777300" cy="61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CN">
                <a:solidFill>
                  <a:schemeClr val="dk2"/>
                </a:solidFill>
              </a:rPr>
              <a:t>03</a:t>
            </a:r>
            <a:endParaRPr>
              <a:solidFill>
                <a:schemeClr val="dk2"/>
              </a:solidFill>
            </a:endParaRPr>
          </a:p>
        </p:txBody>
      </p:sp>
      <p:sp>
        <p:nvSpPr>
          <p:cNvPr id="96" name="Google Shape;96;p22"/>
          <p:cNvSpPr txBox="1"/>
          <p:nvPr>
            <p:ph idx="1" type="body"/>
          </p:nvPr>
        </p:nvSpPr>
        <p:spPr>
          <a:xfrm>
            <a:off x="1042416" y="1244312"/>
            <a:ext cx="1664100" cy="1536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97" name="Google Shape;97;p22"/>
          <p:cNvSpPr txBox="1"/>
          <p:nvPr>
            <p:ph idx="3" type="body"/>
          </p:nvPr>
        </p:nvSpPr>
        <p:spPr>
          <a:xfrm>
            <a:off x="7178040" y="1243584"/>
            <a:ext cx="1664100" cy="1536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98" name="Google Shape;98;p22"/>
          <p:cNvSpPr txBox="1"/>
          <p:nvPr>
            <p:ph idx="4" type="body"/>
          </p:nvPr>
        </p:nvSpPr>
        <p:spPr>
          <a:xfrm>
            <a:off x="7178040" y="3346704"/>
            <a:ext cx="1664100" cy="1536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cxnSp>
        <p:nvCxnSpPr>
          <p:cNvPr id="99" name="Google Shape;99;p22"/>
          <p:cNvCxnSpPr/>
          <p:nvPr/>
        </p:nvCxnSpPr>
        <p:spPr>
          <a:xfrm>
            <a:off x="545049" y="1372270"/>
            <a:ext cx="415500" cy="0"/>
          </a:xfrm>
          <a:prstGeom prst="straightConnector1">
            <a:avLst/>
          </a:prstGeom>
          <a:noFill/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00" name="Google Shape;100;p22"/>
          <p:cNvCxnSpPr/>
          <p:nvPr/>
        </p:nvCxnSpPr>
        <p:spPr>
          <a:xfrm>
            <a:off x="545049" y="3474695"/>
            <a:ext cx="415500" cy="0"/>
          </a:xfrm>
          <a:prstGeom prst="straightConnector1">
            <a:avLst/>
          </a:prstGeom>
          <a:noFill/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01" name="Google Shape;101;p22"/>
          <p:cNvCxnSpPr/>
          <p:nvPr/>
        </p:nvCxnSpPr>
        <p:spPr>
          <a:xfrm>
            <a:off x="6677174" y="1371600"/>
            <a:ext cx="415500" cy="0"/>
          </a:xfrm>
          <a:prstGeom prst="straightConnector1">
            <a:avLst/>
          </a:prstGeom>
          <a:noFill/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02" name="Google Shape;102;p22"/>
          <p:cNvCxnSpPr/>
          <p:nvPr/>
        </p:nvCxnSpPr>
        <p:spPr>
          <a:xfrm>
            <a:off x="6677174" y="3474720"/>
            <a:ext cx="415500" cy="0"/>
          </a:xfrm>
          <a:prstGeom prst="straightConnector1">
            <a:avLst/>
          </a:prstGeom>
          <a:noFill/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03" name="Google Shape;103;p22"/>
          <p:cNvSpPr txBox="1"/>
          <p:nvPr/>
        </p:nvSpPr>
        <p:spPr>
          <a:xfrm>
            <a:off x="6336796" y="3273550"/>
            <a:ext cx="777300" cy="61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CN">
                <a:solidFill>
                  <a:schemeClr val="dk2"/>
                </a:solidFill>
              </a:rPr>
              <a:t>04</a:t>
            </a:r>
            <a:endParaRPr>
              <a:solidFill>
                <a:schemeClr val="dk2"/>
              </a:solidFill>
            </a:endParaRPr>
          </a:p>
        </p:txBody>
      </p:sp>
      <p:sp>
        <p:nvSpPr>
          <p:cNvPr id="104" name="Google Shape;104;p22"/>
          <p:cNvSpPr txBox="1"/>
          <p:nvPr>
            <p:ph idx="5" type="body"/>
          </p:nvPr>
        </p:nvSpPr>
        <p:spPr>
          <a:xfrm>
            <a:off x="1042416" y="3347432"/>
            <a:ext cx="1664100" cy="1536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orient="horz" pos="1904">
          <p15:clr>
            <a:srgbClr val="E46962"/>
          </p15:clr>
        </p15:guide>
        <p15:guide id="2" pos="4718">
          <p15:clr>
            <a:srgbClr val="E46962"/>
          </p15:clr>
        </p15:guide>
      </p15:sldGuideLst>
    </p:ext>
  </p:extLst>
</p:sldLayout>
</file>

<file path=ppt/slideLayouts/slideLayout2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4_1_B">
  <p:cSld name="CUSTOM_1_1_1">
    <p:spTree>
      <p:nvGrpSpPr>
        <p:cNvPr id="105" name="Shape 1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" name="Google Shape;106;p23"/>
          <p:cNvSpPr/>
          <p:nvPr>
            <p:ph idx="2" type="pic"/>
          </p:nvPr>
        </p:nvSpPr>
        <p:spPr>
          <a:xfrm>
            <a:off x="228600" y="2587752"/>
            <a:ext cx="2222100" cy="2222100"/>
          </a:xfrm>
          <a:prstGeom prst="teardrop">
            <a:avLst>
              <a:gd fmla="val 100000" name="adj"/>
            </a:avLst>
          </a:prstGeom>
          <a:noFill/>
          <a:ln>
            <a:noFill/>
          </a:ln>
        </p:spPr>
      </p:sp>
      <p:sp>
        <p:nvSpPr>
          <p:cNvPr id="107" name="Google Shape;107;p23"/>
          <p:cNvSpPr txBox="1"/>
          <p:nvPr>
            <p:ph type="title"/>
          </p:nvPr>
        </p:nvSpPr>
        <p:spPr>
          <a:xfrm>
            <a:off x="301752" y="310896"/>
            <a:ext cx="2788800" cy="19659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08" name="Google Shape;108;p23"/>
          <p:cNvSpPr txBox="1"/>
          <p:nvPr/>
        </p:nvSpPr>
        <p:spPr>
          <a:xfrm>
            <a:off x="3209544" y="301752"/>
            <a:ext cx="530400" cy="61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CN">
                <a:solidFill>
                  <a:schemeClr val="dk2"/>
                </a:solidFill>
              </a:rPr>
              <a:t>01</a:t>
            </a:r>
            <a:endParaRPr>
              <a:solidFill>
                <a:schemeClr val="dk2"/>
              </a:solidFill>
            </a:endParaRPr>
          </a:p>
        </p:txBody>
      </p:sp>
      <p:sp>
        <p:nvSpPr>
          <p:cNvPr id="109" name="Google Shape;109;p23"/>
          <p:cNvSpPr txBox="1"/>
          <p:nvPr/>
        </p:nvSpPr>
        <p:spPr>
          <a:xfrm>
            <a:off x="3209544" y="2020824"/>
            <a:ext cx="530400" cy="61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CN">
                <a:solidFill>
                  <a:schemeClr val="dk2"/>
                </a:solidFill>
              </a:rPr>
              <a:t>02</a:t>
            </a:r>
            <a:endParaRPr>
              <a:solidFill>
                <a:schemeClr val="dk2"/>
              </a:solidFill>
            </a:endParaRPr>
          </a:p>
        </p:txBody>
      </p:sp>
      <p:sp>
        <p:nvSpPr>
          <p:cNvPr id="110" name="Google Shape;110;p23"/>
          <p:cNvSpPr txBox="1"/>
          <p:nvPr/>
        </p:nvSpPr>
        <p:spPr>
          <a:xfrm>
            <a:off x="6117336" y="301752"/>
            <a:ext cx="530400" cy="61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CN">
                <a:solidFill>
                  <a:schemeClr val="dk2"/>
                </a:solidFill>
              </a:rPr>
              <a:t>03</a:t>
            </a:r>
            <a:endParaRPr>
              <a:solidFill>
                <a:schemeClr val="dk2"/>
              </a:solidFill>
            </a:endParaRPr>
          </a:p>
        </p:txBody>
      </p:sp>
      <p:sp>
        <p:nvSpPr>
          <p:cNvPr id="111" name="Google Shape;111;p23"/>
          <p:cNvSpPr txBox="1"/>
          <p:nvPr>
            <p:ph idx="1" type="body"/>
          </p:nvPr>
        </p:nvSpPr>
        <p:spPr>
          <a:xfrm>
            <a:off x="3739896" y="374900"/>
            <a:ext cx="2167200" cy="1536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12" name="Google Shape;112;p23"/>
          <p:cNvSpPr txBox="1"/>
          <p:nvPr>
            <p:ph idx="3" type="body"/>
          </p:nvPr>
        </p:nvSpPr>
        <p:spPr>
          <a:xfrm>
            <a:off x="6665976" y="374904"/>
            <a:ext cx="2167200" cy="1536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13" name="Google Shape;113;p23"/>
          <p:cNvSpPr txBox="1"/>
          <p:nvPr>
            <p:ph idx="4" type="body"/>
          </p:nvPr>
        </p:nvSpPr>
        <p:spPr>
          <a:xfrm>
            <a:off x="6665976" y="2093976"/>
            <a:ext cx="2167200" cy="1536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14" name="Google Shape;114;p23"/>
          <p:cNvSpPr txBox="1"/>
          <p:nvPr/>
        </p:nvSpPr>
        <p:spPr>
          <a:xfrm>
            <a:off x="6117336" y="2020824"/>
            <a:ext cx="530400" cy="61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CN">
                <a:solidFill>
                  <a:schemeClr val="dk2"/>
                </a:solidFill>
              </a:rPr>
              <a:t>04</a:t>
            </a:r>
            <a:endParaRPr>
              <a:solidFill>
                <a:schemeClr val="dk2"/>
              </a:solidFill>
            </a:endParaRPr>
          </a:p>
        </p:txBody>
      </p:sp>
      <p:sp>
        <p:nvSpPr>
          <p:cNvPr id="115" name="Google Shape;115;p23"/>
          <p:cNvSpPr txBox="1"/>
          <p:nvPr>
            <p:ph idx="5" type="body"/>
          </p:nvPr>
        </p:nvSpPr>
        <p:spPr>
          <a:xfrm>
            <a:off x="3739896" y="2093976"/>
            <a:ext cx="2167200" cy="1536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1_0_B">
  <p:cSld name="TITLE_AND_BODY_1_1">
    <p:spTree>
      <p:nvGrpSpPr>
        <p:cNvPr id="116" name="Shape 1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" name="Google Shape;117;p24"/>
          <p:cNvSpPr txBox="1"/>
          <p:nvPr>
            <p:ph idx="1" type="body"/>
          </p:nvPr>
        </p:nvSpPr>
        <p:spPr>
          <a:xfrm>
            <a:off x="384048" y="1948992"/>
            <a:ext cx="5266800" cy="2898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18" name="Google Shape;118;p24"/>
          <p:cNvSpPr txBox="1"/>
          <p:nvPr>
            <p:ph type="title"/>
          </p:nvPr>
        </p:nvSpPr>
        <p:spPr>
          <a:xfrm>
            <a:off x="384048" y="384048"/>
            <a:ext cx="5266800" cy="8505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slideLayout" Target="../slideLayouts/slideLayout12.xml"/><Relationship Id="rId13" Type="http://schemas.openxmlformats.org/officeDocument/2006/relationships/slideLayout" Target="../slideLayouts/slideLayout13.xml"/><Relationship Id="rId14" Type="http://schemas.openxmlformats.org/officeDocument/2006/relationships/slideLayout" Target="../slideLayouts/slideLayout14.xml"/><Relationship Id="rId15" Type="http://schemas.openxmlformats.org/officeDocument/2006/relationships/slideLayout" Target="../slideLayouts/slideLayout15.xml"/><Relationship Id="rId16" Type="http://schemas.openxmlformats.org/officeDocument/2006/relationships/slideLayout" Target="../slideLayouts/slideLayout16.xml"/><Relationship Id="rId17" Type="http://schemas.openxmlformats.org/officeDocument/2006/relationships/slideLayout" Target="../slideLayouts/slideLayout17.xml"/><Relationship Id="rId18" Type="http://schemas.openxmlformats.org/officeDocument/2006/relationships/slideLayout" Target="../slideLayouts/slideLayout18.xml"/><Relationship Id="rId19" Type="http://schemas.openxmlformats.org/officeDocument/2006/relationships/slideLayout" Target="../slideLayouts/slideLayout19.xml"/><Relationship Id="rId20" Type="http://schemas.openxmlformats.org/officeDocument/2006/relationships/slideLayout" Target="../slideLayouts/slideLayout20.xml"/><Relationship Id="rId21" Type="http://schemas.openxmlformats.org/officeDocument/2006/relationships/slideLayout" Target="../slideLayouts/slideLayout21.xml"/><Relationship Id="rId22" Type="http://schemas.openxmlformats.org/officeDocument/2006/relationships/slideLayout" Target="../slideLayouts/slideLayout22.xml"/><Relationship Id="rId23" Type="http://schemas.openxmlformats.org/officeDocument/2006/relationships/slideLayout" Target="../slideLayouts/slideLayout23.xml"/><Relationship Id="rId2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  <p:sldLayoutId id="2147483660" r:id="rId13"/>
    <p:sldLayoutId id="2147483661" r:id="rId14"/>
    <p:sldLayoutId id="2147483662" r:id="rId15"/>
    <p:sldLayoutId id="2147483663" r:id="rId16"/>
    <p:sldLayoutId id="2147483664" r:id="rId17"/>
    <p:sldLayoutId id="2147483665" r:id="rId18"/>
    <p:sldLayoutId id="2147483666" r:id="rId19"/>
    <p:sldLayoutId id="2147483667" r:id="rId20"/>
    <p:sldLayoutId id="2147483668" r:id="rId21"/>
    <p:sldLayoutId id="2147483669" r:id="rId22"/>
    <p:sldLayoutId id="2147483670" r:id="rId23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7.xml"/><Relationship Id="rId2" Type="http://schemas.openxmlformats.org/officeDocument/2006/relationships/notesSlide" Target="../notesSlides/notesSlide29.xml"/><Relationship Id="rId3" Type="http://schemas.openxmlformats.org/officeDocument/2006/relationships/image" Target="../media/image24.jpg"/></Relationships>
</file>

<file path=ppt/slides/slide2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84" name="Shape 2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5" name="Google Shape;285;p53"/>
          <p:cNvSpPr txBox="1"/>
          <p:nvPr>
            <p:ph type="title"/>
          </p:nvPr>
        </p:nvSpPr>
        <p:spPr>
          <a:xfrm>
            <a:off x="557784" y="585216"/>
            <a:ext cx="3712500" cy="932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CN"/>
              <a:t>Virtual Reality in Healthcare 🩺</a:t>
            </a:r>
            <a:endParaRPr/>
          </a:p>
        </p:txBody>
      </p:sp>
      <p:sp>
        <p:nvSpPr>
          <p:cNvPr id="286" name="Google Shape;286;p53"/>
          <p:cNvSpPr txBox="1"/>
          <p:nvPr>
            <p:ph idx="1" type="body"/>
          </p:nvPr>
        </p:nvSpPr>
        <p:spPr>
          <a:xfrm>
            <a:off x="508525" y="1883625"/>
            <a:ext cx="3761700" cy="26700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 lnSpcReduction="20000"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zh-CN"/>
              <a:t>VR medical training allows for risk-free, repeatable practice.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zh-CN"/>
              <a:t>VR exposure therapy can treat phobias and PTSD safely.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zh-CN"/>
              <a:t>VR can aid in pain management and distraction therapy.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zh-CN"/>
              <a:t>VR enables remote consultations and telemedicine.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zh-CN"/>
              <a:t>Surgical planning and simulation can be done in VR.</a:t>
            </a:r>
            <a:endParaRPr/>
          </a:p>
        </p:txBody>
      </p:sp>
      <p:pic>
        <p:nvPicPr>
          <p:cNvPr id="287" name="Google Shape;287;p53"/>
          <p:cNvPicPr preferRelativeResize="0"/>
          <p:nvPr>
            <p:ph idx="2" type="pic"/>
          </p:nvPr>
        </p:nvPicPr>
        <p:blipFill>
          <a:blip r:embed="rId3">
            <a:alphaModFix/>
          </a:blip>
          <a:stretch>
            <a:fillRect/>
          </a:stretch>
        </p:blipFill>
        <p:spPr>
          <a:xfrm>
            <a:off x="4626864" y="585216"/>
            <a:ext cx="3968400" cy="39684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