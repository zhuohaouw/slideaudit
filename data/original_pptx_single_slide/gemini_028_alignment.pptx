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3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3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5" name="Google Shape;305;p2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8.jpg"/></Relationships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2"/>
          <p:cNvSpPr txBox="1"/>
          <p:nvPr>
            <p:ph type="title"/>
          </p:nvPr>
        </p:nvSpPr>
        <p:spPr>
          <a:xfrm>
            <a:off x="228585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Extreme Weather Events ⛈️🔥🌊</a:t>
            </a:r>
            <a:endParaRPr/>
          </a:p>
        </p:txBody>
      </p:sp>
      <p:sp>
        <p:nvSpPr>
          <p:cNvPr id="308" name="Google Shape;308;p52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Heat waves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Droughts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Floods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Wildfires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Winter storms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Tornadoes and hurricanes</a:t>
            </a:r>
            <a:endParaRPr/>
          </a:p>
        </p:txBody>
      </p:sp>
      <p:pic>
        <p:nvPicPr>
          <p:cNvPr id="309" name="Google Shape;309;p5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