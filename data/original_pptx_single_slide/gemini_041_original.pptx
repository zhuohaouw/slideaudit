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4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1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96" r:id="rId4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46" Type="http://schemas.openxmlformats.org/officeDocument/2006/relationships/slide" Target="slides/slide4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31bfb8c82e_1_102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55" name="Google Shape;55;p14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4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9" name="Google Shape;59;p1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63" name="Google Shape;63;p1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65" name="Google Shape;65;p1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18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73" name="Google Shape;73;p18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18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9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9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9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0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81" name="Google Shape;81;p20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20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3" name="Google Shape;83;p20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84" name="Google Shape;84;p20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1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87" name="Google Shape;87;p21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8" name="Google Shape;88;p21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89" name="Google Shape;89;p21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2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92" name="Google Shape;92;p22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3" name="Google Shape;93;p22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4" name="Google Shape;94;p22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5" name="Google Shape;95;p22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96" name="Google Shape;96;p22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2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8" name="Google Shape;98;p22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99" name="Google Shape;99;p22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0" name="Google Shape;100;p22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1" name="Google Shape;101;p22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02" name="Google Shape;102;p22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03" name="Google Shape;103;p22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4" name="Google Shape;104;p22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3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107" name="Google Shape;107;p23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8" name="Google Shape;108;p23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01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09" name="Google Shape;109;p23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02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0" name="Google Shape;110;p23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03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1" name="Google Shape;111;p23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23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3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4" name="Google Shape;114;p23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solidFill>
                  <a:schemeClr val="dk2"/>
                </a:solidFill>
              </a:rPr>
              <a:t>04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115" name="Google Shape;115;p23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4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24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36.jpg"/></Relationships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65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/>
              <a:t>Famous Heists Through History</a:t>
            </a:r>
            <a:endParaRPr/>
          </a:p>
        </p:txBody>
      </p:sp>
      <p:sp>
        <p:nvSpPr>
          <p:cNvPr id="357" name="Google Shape;357;p65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 fontScale="62500"/>
          </a:bodyPr>
          <a:lstStyle/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Great Train Robbery (1963): A gang of 15 men stole £2.6 million from a Royal Mail train heading from Glasgow to London.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Antwerp Diamond Heist (2001): A group of thieves stole over $100 million worth of diamonds from the Antwerp Diamond Center.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Gardner Museum Heist (1990): Two men disguised as police officers stole 13 works of art worth $500 million from the Isabella Stewart Gardner Museum in Boston.</a:t>
            </a:r>
            <a:endParaRPr/>
          </a:p>
          <a:p>
            <a:pPr indent="-300037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The Dunbar Armored Robbery (1997): A group of six men stole $18.9 million from a Dunbar Armored facility in Los Angeles.</a:t>
            </a:r>
            <a:endParaRPr/>
          </a:p>
        </p:txBody>
      </p:sp>
      <p:pic>
        <p:nvPicPr>
          <p:cNvPr id="358" name="Google Shape;358;p65"/>
          <p:cNvPicPr preferRelativeResize="0"/>
          <p:nvPr>
            <p:ph idx="2" type="pic"/>
          </p:nvPr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