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1" r:id="rId19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1" Type="http://schemas.openxmlformats.org/officeDocument/2006/relationships/slide" Target="slides/slide18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331bfb8c82e_1_483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173.jpg"/></Relationships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210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Déjà Vu Mystery</a:t>
            </a:r>
            <a:endParaRPr/>
          </a:p>
        </p:txBody>
      </p:sp>
      <p:sp>
        <p:nvSpPr>
          <p:cNvPr id="1229" name="Google Shape;1229;p210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Déjà vu - feeling of familiarity in a new situation.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Theories: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Dual Processing: slight delay in neural pathways creates illusion of familiarity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Prior Unconscious Experience: similar past experience, but not consciously remembered.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Neurological Disorder: linked to epilepsy</a:t>
            </a:r>
            <a:endParaRPr/>
          </a:p>
        </p:txBody>
      </p:sp>
      <p:pic>
        <p:nvPicPr>
          <p:cNvPr id="1230" name="Google Shape;1230;p210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