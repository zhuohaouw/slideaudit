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2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jpg"/></Relationships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1"/>
          <p:cNvSpPr txBox="1"/>
          <p:nvPr>
            <p:ph type="title"/>
          </p:nvPr>
        </p:nvSpPr>
        <p:spPr>
          <a:xfrm>
            <a:off x="270672" y="191822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Common Phobias</a:t>
            </a:r>
            <a:endParaRPr/>
          </a:p>
        </p:txBody>
      </p:sp>
      <p:sp>
        <p:nvSpPr>
          <p:cNvPr id="301" name="Google Shape;301;p5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Acrophobia: Fear of heights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Arachnophobia: Fear of spiders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Claustrophobia: Fear of enclosed spaces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Glossophobia: Fear of public speaking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Trypanophobia: Fear of needles</a:t>
            </a:r>
            <a:endParaRPr/>
          </a:p>
        </p:txBody>
      </p:sp>
      <p:pic>
        <p:nvPicPr>
          <p:cNvPr id="302" name="Google Shape;302;p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