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6" r:id="rId1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6" Type="http://schemas.openxmlformats.org/officeDocument/2006/relationships/slide" Target="slides/slide1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6" name="Google Shape;1166;p1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75"/>
          <p:cNvSpPr txBox="1"/>
          <p:nvPr>
            <p:ph type="title"/>
          </p:nvPr>
        </p:nvSpPr>
        <p:spPr>
          <a:xfrm>
            <a:off x="6052754" y="1531712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Motivation</a:t>
            </a:r>
            <a:endParaRPr/>
          </a:p>
        </p:txBody>
      </p:sp>
      <p:sp>
        <p:nvSpPr>
          <p:cNvPr id="1169" name="Google Shape;1169;p175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Motivation: Driven by desire to achieve goals and fueled by positive reinforcement.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Intrinsic Motivation: Comes from within, driven by personal satisfaction.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Extrinsic Motivation: Comes from external factors like rewards.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Productivity: Requires consistent effort and effective strategies.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Goal Setting: Break tasks down into smaller, achievable goals.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Management: Prioritize tasks and avoid procrastination.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Positive Reinforcement: Reward accomplishments to maintain motivation.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