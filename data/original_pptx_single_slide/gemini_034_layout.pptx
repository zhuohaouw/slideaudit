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9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p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8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Transportation 🚗✈️</a:t>
            </a:r>
            <a:endParaRPr/>
          </a:p>
        </p:txBody>
      </p:sp>
      <p:sp>
        <p:nvSpPr>
          <p:cNvPr id="350" name="Google Shape;350;p58"/>
          <p:cNvSpPr txBox="1"/>
          <p:nvPr>
            <p:ph idx="1" type="body"/>
          </p:nvPr>
        </p:nvSpPr>
        <p:spPr>
          <a:xfrm>
            <a:off x="1879582" y="318035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wheel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Domesticated animals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Ships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Trains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Automobiles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Airplanes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Spacecraft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