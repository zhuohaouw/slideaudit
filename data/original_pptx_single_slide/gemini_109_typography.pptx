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4" r:id="rId1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4" Type="http://schemas.openxmlformats.org/officeDocument/2006/relationships/slide" Target="slides/slide1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7" name="Google Shape;877;p10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01.jpg"/></Relationships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3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2000">
                <a:solidFill>
                  <a:srgbClr val="40FCB4"/>
                </a:solidFill>
              </a:rPr>
              <a:t>Medical Miracles</a:t>
            </a:r>
            <a:endParaRPr/>
          </a:p>
        </p:txBody>
      </p:sp>
      <p:sp>
        <p:nvSpPr>
          <p:cNvPr id="880" name="Google Shape;880;p13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Face Transplants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3-D Printed Organs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Limbs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Nerve Regeneration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Stem Cell Therapy</a:t>
            </a:r>
            <a:endParaRPr/>
          </a:p>
        </p:txBody>
      </p:sp>
      <p:pic>
        <p:nvPicPr>
          <p:cNvPr id="881" name="Google Shape;881;p1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