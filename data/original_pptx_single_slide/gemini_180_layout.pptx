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5" r:id="rId1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5" Type="http://schemas.openxmlformats.org/officeDocument/2006/relationships/slide" Target="slides/slide1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2" name="Google Shape;1372;p1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0.xml"/></Relationships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0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Capsaicin in spicy food triggers TRPV1 receptors.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TRPV1 receptors are also triggered by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brain interprets both signals as "hot".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is why spicy food can cause sweating and similar reactions to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more capsaicin, the "hotter" the food feels.</a:t>
            </a:r>
            <a:endParaRPr/>
          </a:p>
        </p:txBody>
      </p:sp>
      <p:sp>
        <p:nvSpPr>
          <p:cNvPr id="1375" name="Google Shape;1375;p204"/>
          <p:cNvSpPr txBox="1"/>
          <p:nvPr>
            <p:ph type="title"/>
          </p:nvPr>
        </p:nvSpPr>
        <p:spPr>
          <a:xfrm>
            <a:off x="384048" y="384048"/>
            <a:ext cx="4093452" cy="66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the Burn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