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4000">
                <a:solidFill>
                  <a:srgbClr val="0F7F21"/>
                </a:solidFill>
              </a:rPr>
              <a:t>Procrastination: Why We Do It &amp; How to Stop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Procrastination is driven by a desire to avoid discomfort and seek short-term pleasure.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combat procrastination: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Break tasks into smaller, manageable steps.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Set deadlines and prioritize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Eliminate distractions and create a focused work environment.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 yourself for completing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Practice self-compassion and avoid negative self-talk.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