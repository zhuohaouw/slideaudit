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End of Lost Keys</a:t>
            </a:r>
            <a:endParaRPr/>
          </a:p>
        </p:txBody>
      </p:sp>
      <p:sp>
        <p:nvSpPr>
          <p:cNvPr id="144" name="Google Shape;144;p28"/>
          <p:cNvSpPr txBox="1"/>
          <p:nvPr>
            <p:ph idx="1" type="body"/>
          </p:nvPr>
        </p:nvSpPr>
        <p:spPr>
          <a:xfrm>
            <a:off x="2826327" y="508528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Introducing "LuminaCharge": The revolutionary portable solar charger.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Never worry about a dead battery again.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Harness the power of the sun, anytime, anywhere.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Compact, durable, and stylish design.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Perfect for outdoor adventures, travel, and everyday life.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Stay connected and powered up with LuminaCharge.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Pre-order now and be one of the first to experience limitless power.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