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5" r:id="rId1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5" Type="http://schemas.openxmlformats.org/officeDocument/2006/relationships/slide" Target="slides/slide1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p1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2" name="Google Shape;1372;p18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0.xml"/></Relationships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0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1" lang="zh-CN" sz="1600" u="none"/>
              <a:t>Capsaicin in spicy food triggers TRPV1 receptors.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sz="2000" u="none"/>
              <a:t>TRPV1 receptors are also triggered by heat.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sz="3000" u="none"/>
              <a:t>The brain interprets both signals as "hot".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sz="1200" u="none"/>
              <a:t>This is why spicy food can cause sweating and similar reactions to heat.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sz="1000" u="sng"/>
              <a:t>The more capsaicin, the "hotter" the food feels.</a:t>
            </a:r>
            <a:endParaRPr/>
          </a:p>
        </p:txBody>
      </p:sp>
      <p:sp>
        <p:nvSpPr>
          <p:cNvPr id="1375" name="Google Shape;1375;p20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the Burn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