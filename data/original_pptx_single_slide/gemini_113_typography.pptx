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8" r:id="rId1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8" Type="http://schemas.openxmlformats.org/officeDocument/2006/relationships/slide" Target="slides/slide1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1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4" name="Google Shape;904;p1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129.jpg"/></Relationships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37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Nose Knows: Smell and Memory</a:t>
            </a:r>
            <a:endParaRPr/>
          </a:p>
        </p:txBody>
      </p:sp>
      <p:sp>
        <p:nvSpPr>
          <p:cNvPr id="907" name="Google Shape;907;p137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000">
                <a:latin typeface="Courier New"/>
                <a:ea typeface="Courier New"/>
                <a:cs typeface="Courier New"/>
                <a:sym typeface="Courier New"/>
              </a:rPr>
              <a:t>The olfactory bulb is directly connected to the amygdala and hippocampus, which are responsible for emotional processing and memory.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000">
                <a:latin typeface="Arial"/>
                <a:ea typeface="Arial"/>
                <a:cs typeface="Arial"/>
                <a:sym typeface="Arial"/>
              </a:rPr>
              <a:t>Smells can evoke strong emotional responses and vivid memories, often from childhood.</a:t>
            </a:r>
            <a:endParaRPr/>
          </a:p>
          <a:p>
            <a:pPr indent="-3257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600">
                <a:latin typeface="Arial"/>
                <a:ea typeface="Arial"/>
                <a:cs typeface="Arial"/>
                <a:sym typeface="Arial"/>
              </a:rPr>
              <a:t>This is due to the way the brain processes and stores sensory information related to smell.</a:t>
            </a:r>
            <a:endParaRPr/>
          </a:p>
          <a:p>
            <a:pPr indent="-3257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600">
                <a:latin typeface="Verdana"/>
                <a:ea typeface="Verdana"/>
                <a:cs typeface="Verdana"/>
                <a:sym typeface="Verdana"/>
              </a:rPr>
              <a:t>Certain scents can trigger nostalgia, positive or negative emotions, and even PTSD.</a:t>
            </a:r>
            <a:endParaRPr/>
          </a:p>
        </p:txBody>
      </p:sp>
      <p:pic>
        <p:nvPicPr>
          <p:cNvPr id="908" name="Google Shape;908;p13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