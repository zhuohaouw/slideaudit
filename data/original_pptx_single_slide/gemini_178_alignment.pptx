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7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7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33" r:id="rId18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83" Type="http://schemas.openxmlformats.org/officeDocument/2006/relationships/slide" Target="slides/slide17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6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p17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8" name="Google Shape;1358;p17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8.xml"/><Relationship Id="rId3" Type="http://schemas.openxmlformats.org/officeDocument/2006/relationships/image" Target="../media/image152.jpg"/></Relationships>
</file>

<file path=ppt/slides/slide1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9" name="Shape 1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Google Shape;1360;p202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The Psychology of Humor 🎭</a:t>
            </a:r>
            <a:endParaRPr/>
          </a:p>
        </p:txBody>
      </p:sp>
      <p:sp>
        <p:nvSpPr>
          <p:cNvPr id="1361" name="Google Shape;1361;p202"/>
          <p:cNvSpPr txBox="1"/>
          <p:nvPr>
            <p:ph idx="1" type="body"/>
          </p:nvPr>
        </p:nvSpPr>
        <p:spPr>
          <a:xfrm>
            <a:off x="508513" y="1883612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Incongruity: Unexpected events or behaviors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Superiority: Feeling above the subject of the joke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Relief: Tension release from taboo topics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Slapstick: Physical comedy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Wordplay: Puns or double entendres</a:t>
            </a:r>
            <a:endParaRPr/>
          </a:p>
        </p:txBody>
      </p:sp>
      <p:pic>
        <p:nvPicPr>
          <p:cNvPr id="1362" name="Google Shape;1362;p20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