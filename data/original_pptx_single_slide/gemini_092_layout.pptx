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7" r:id="rId9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7" Type="http://schemas.openxmlformats.org/officeDocument/2006/relationships/slide" Target="slides/slide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9" name="Google Shape;759;p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4.jpg"/></Relationships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16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Ancient Engineering Feats</a:t>
            </a:r>
            <a:endParaRPr/>
          </a:p>
        </p:txBody>
      </p:sp>
      <p:sp>
        <p:nvSpPr>
          <p:cNvPr id="762" name="Google Shape;762;p116"/>
          <p:cNvSpPr txBox="1"/>
          <p:nvPr>
            <p:ph idx="1" type="body"/>
          </p:nvPr>
        </p:nvSpPr>
        <p:spPr>
          <a:xfrm>
            <a:off x="5279300" y="1901949"/>
            <a:ext cx="3721486" cy="2827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Leveraged simple machines: inclined planes, levers, pulleys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vast manpower: coordinated thousands of workers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Mastered material properties: understood stone, brick, and mortar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Applied astronomical knowledge: aligned structures with celestial events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Utilized precise measurements and calculations</a:t>
            </a:r>
            <a:endParaRPr/>
          </a:p>
        </p:txBody>
      </p:sp>
      <p:pic>
        <p:nvPicPr>
          <p:cNvPr id="763" name="Google Shape;763;p1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