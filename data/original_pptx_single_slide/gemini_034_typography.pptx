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>
                <a:latin typeface="Arial"/>
                <a:ea typeface="Arial"/>
                <a:cs typeface="Arial"/>
                <a:sym typeface="Arial"/>
              </a:rPr>
              <a:t>Evolution of Transportation 🚗✈️</a:t>
            </a:r>
            <a:endParaRPr/>
          </a:p>
        </p:txBody>
      </p:sp>
      <p:sp>
        <p:nvSpPr>
          <p:cNvPr id="350" name="Google Shape;350;p5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wheel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Domesticated animals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Ships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Automobiles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Airplanes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Spacecraft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