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4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98" r:id="rId4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48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9" name="Google Shape;409;p4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0.jpg"/></Relationships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67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Quantum Entanglement 👻</a:t>
            </a:r>
            <a:endParaRPr/>
          </a:p>
        </p:txBody>
      </p:sp>
      <p:sp>
        <p:nvSpPr>
          <p:cNvPr id="412" name="Google Shape;412;p67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08108"/>
              <a:buNone/>
            </a:pPr>
            <a:r>
              <a:rPr lang="zh-CN"/>
              <a:t>Quantum entanglement is a phenomenon where two particles become linked.</a:t>
            </a:r>
            <a:endParaRPr/>
          </a:p>
        </p:txBody>
      </p:sp>
      <p:sp>
        <p:nvSpPr>
          <p:cNvPr id="413" name="Google Shape;413;p67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08108"/>
              <a:buNone/>
            </a:pPr>
            <a:r>
              <a:rPr lang="zh-CN"/>
              <a:t>The state of one particle is dependent on the state of the other, no matter the distance.</a:t>
            </a:r>
            <a:endParaRPr/>
          </a:p>
        </p:txBody>
      </p:sp>
      <p:sp>
        <p:nvSpPr>
          <p:cNvPr id="414" name="Google Shape;414;p67"/>
          <p:cNvSpPr txBox="1"/>
          <p:nvPr>
            <p:ph idx="4" type="body"/>
          </p:nvPr>
        </p:nvSpPr>
        <p:spPr>
          <a:xfrm>
            <a:off x="373995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zh-CN"/>
              <a:t>This has been referred to as "spooky action at a distance."</a:t>
            </a:r>
            <a:endParaRPr/>
          </a:p>
        </p:txBody>
      </p:sp>
      <p:sp>
        <p:nvSpPr>
          <p:cNvPr id="415" name="Google Shape;415;p67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zh-CN"/>
              <a:t>It has potential applications in quantum computing and communication.</a:t>
            </a:r>
            <a:endParaRPr/>
          </a:p>
        </p:txBody>
      </p:sp>
      <p:pic>
        <p:nvPicPr>
          <p:cNvPr id="416" name="Google Shape;416;p6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