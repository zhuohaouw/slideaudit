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7" r:id="rId1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7" Type="http://schemas.openxmlformats.org/officeDocument/2006/relationships/slide" Target="slides/slide1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8" name="Google Shape;1248;p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49.jpg"/></Relationships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8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Blushing</a:t>
            </a:r>
            <a:endParaRPr/>
          </a:p>
        </p:txBody>
      </p:sp>
      <p:sp>
        <p:nvSpPr>
          <p:cNvPr id="1251" name="Google Shape;1251;p186"/>
          <p:cNvSpPr txBox="1"/>
          <p:nvPr>
            <p:ph idx="1" type="body"/>
          </p:nvPr>
        </p:nvSpPr>
        <p:spPr>
          <a:xfrm>
            <a:off x="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Blushing is an involuntary reaction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Blood vessels in the face dilate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increases blood flow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Associated with emotions like embarrassment, shame, or shyness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Exact mechanism is unknown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Could be a way of showing submission or remorse</a:t>
            </a:r>
            <a:endParaRPr/>
          </a:p>
        </p:txBody>
      </p:sp>
      <p:pic>
        <p:nvPicPr>
          <p:cNvPr id="1252" name="Google Shape;1252;p1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