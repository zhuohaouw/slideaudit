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3" r:id="rId1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3" Type="http://schemas.openxmlformats.org/officeDocument/2006/relationships/slide" Target="slides/slide10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0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1" name="Google Shape;871;p10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8.xml"/></Relationships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132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Cave Paintings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Written Language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Printing Press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Telegraph and Telephone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Radio and Television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Internet and Social Media</a:t>
            </a:r>
            <a:endParaRPr/>
          </a:p>
        </p:txBody>
      </p:sp>
      <p:sp>
        <p:nvSpPr>
          <p:cNvPr id="874" name="Google Shape;874;p132"/>
          <p:cNvSpPr txBox="1"/>
          <p:nvPr>
            <p:ph type="title"/>
          </p:nvPr>
        </p:nvSpPr>
        <p:spPr>
          <a:xfrm>
            <a:off x="384048" y="384048"/>
            <a:ext cx="8294166" cy="1339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Communication 🗣️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