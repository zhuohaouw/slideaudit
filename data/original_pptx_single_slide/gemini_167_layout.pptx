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2" r:id="rId1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2" Type="http://schemas.openxmlformats.org/officeDocument/2006/relationships/slide" Target="slides/slide1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2" name="Google Shape;1282;p1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55.jpg"/></Relationships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9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285" name="Google Shape;1285;p19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286" name="Google Shape;1286;p1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