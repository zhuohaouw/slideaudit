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8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81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36" r:id="rId8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86" Type="http://schemas.openxmlformats.org/officeDocument/2006/relationships/slide" Target="slides/slide8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81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82" name="Google Shape;682;p8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62.jpg"/></Relationships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105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Genetic Engineering Ethics</a:t>
            </a:r>
            <a:endParaRPr/>
          </a:p>
        </p:txBody>
      </p:sp>
      <p:sp>
        <p:nvSpPr>
          <p:cNvPr id="685" name="Google Shape;685;p105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Moral Status: Playing God?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Risks: Genetic abnormalities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Regulation: Need for strict oversight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Societal Impact: Potential for discrimination</a:t>
            </a:r>
            <a:endParaRPr/>
          </a:p>
        </p:txBody>
      </p:sp>
      <p:pic>
        <p:nvPicPr>
          <p:cNvPr id="686" name="Google Shape;686;p105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