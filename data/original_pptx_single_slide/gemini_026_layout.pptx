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1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1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jpg"/></Relationships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Most Bizarre World Records 🌎🏆</a:t>
            </a:r>
            <a:endParaRPr/>
          </a:p>
        </p:txBody>
      </p:sp>
      <p:sp>
        <p:nvSpPr>
          <p:cNvPr id="294" name="Google Shape;294;p5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Most T-Shirts Worn at Once: Sanath Bandara (Sri Lanka), 260 T-Shirts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Heaviest Pumpkin: Stefano Cutrupi (Italy), 1,226 kg (2,702 lb)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Longest Fingernails: Lee Redmond (USA), 8.65 m (28 ft 4 in)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Most Piercings: Rolf Buchholz (Germany), 516 modifications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Tallest Mohawk: Joseph Grisamore (USA), 1.32 m (4 ft 4 in)</a:t>
            </a:r>
            <a:endParaRPr/>
          </a:p>
        </p:txBody>
      </p:sp>
      <p:pic>
        <p:nvPicPr>
          <p:cNvPr id="295" name="Google Shape;295;p5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