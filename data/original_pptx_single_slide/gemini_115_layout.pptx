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1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15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70" r:id="rId12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20" Type="http://schemas.openxmlformats.org/officeDocument/2006/relationships/slide" Target="slides/slide1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6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p115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18" name="Google Shape;918;p11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5.xml"/><Relationship Id="rId3" Type="http://schemas.openxmlformats.org/officeDocument/2006/relationships/image" Target="../media/image101.jpg"/></Relationships>
</file>

<file path=ppt/slides/slide1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9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p139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Animal Camouflage</a:t>
            </a:r>
            <a:endParaRPr/>
          </a:p>
        </p:txBody>
      </p:sp>
      <p:sp>
        <p:nvSpPr>
          <p:cNvPr id="921" name="Google Shape;921;p139"/>
          <p:cNvSpPr txBox="1"/>
          <p:nvPr>
            <p:ph idx="1" type="body"/>
          </p:nvPr>
        </p:nvSpPr>
        <p:spPr>
          <a:xfrm>
            <a:off x="228600" y="1600200"/>
            <a:ext cx="3960294" cy="36954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2500"/>
          </a:bodyPr>
          <a:lstStyle/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Camouflage: Allows animals to blend in with their surroundings.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Used for both predation and protection.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Methods: Color matching, disruptive coloration, self-decoration.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Examples: Chameleons change colors, tigers have stripes to blend in with tall grass, octopi use ink to obscure themselves</a:t>
            </a:r>
            <a:endParaRPr/>
          </a:p>
        </p:txBody>
      </p:sp>
      <p:pic>
        <p:nvPicPr>
          <p:cNvPr id="922" name="Google Shape;922;p139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