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5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5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314" r:id="rId6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4" Type="http://schemas.openxmlformats.org/officeDocument/2006/relationships/slide" Target="slides/slide5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g331bfb8c82e_1_1583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55" name="Google Shape;55;p14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6" name="Google Shape;56;p14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5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9" name="Google Shape;59;p15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0" name="Google Shape;60;p15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63" name="Google Shape;63;p1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65" name="Google Shape;65;p1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7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8" name="Google Shape;68;p17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9" name="Google Shape;69;p17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8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73" name="Google Shape;73;p18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18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9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77" name="Google Shape;77;p19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8" name="Google Shape;78;p19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0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81" name="Google Shape;81;p20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2" name="Google Shape;82;p20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83" name="Google Shape;83;p20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4" name="Google Shape;84;p20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1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87" name="Google Shape;87;p21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8" name="Google Shape;88;p21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89" name="Google Shape;89;p21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2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92" name="Google Shape;92;p22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3" name="Google Shape;93;p22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01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4" name="Google Shape;94;p22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02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5" name="Google Shape;95;p22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03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6" name="Google Shape;96;p22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7" name="Google Shape;97;p22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8" name="Google Shape;98;p22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99" name="Google Shape;99;p22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0" name="Google Shape;100;p22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1" name="Google Shape;101;p22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2" name="Google Shape;102;p22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3" name="Google Shape;103;p22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04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4" name="Google Shape;104;p22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3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107" name="Google Shape;107;p23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8" name="Google Shape;108;p23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01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9" name="Google Shape;109;p23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02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0" name="Google Shape;110;p23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03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1" name="Google Shape;111;p23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2" name="Google Shape;112;p23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3" name="Google Shape;113;p23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4" name="Google Shape;114;p23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04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5" name="Google Shape;115;p23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4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8" name="Google Shape;118;p24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49.jpg"/></Relationships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83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Earworms: Why Songs Get Stuck In Your Head</a:t>
            </a:r>
            <a:endParaRPr/>
          </a:p>
        </p:txBody>
      </p:sp>
      <p:sp>
        <p:nvSpPr>
          <p:cNvPr id="474" name="Google Shape;474;p83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 fontScale="92500" lnSpcReduction="10000"/>
          </a:bodyPr>
          <a:lstStyle/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Our brains love patterns and repetition.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Catchy melodies and rhythms are easy for our brains to remember.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If a song triggers emotions or memories, it is more likely to stick.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Stress and boredom can increase the likelihood of earworms.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Earworms may be a way for our brains to stay busy.</a:t>
            </a:r>
            <a:endParaRPr/>
          </a:p>
        </p:txBody>
      </p:sp>
      <p:pic>
        <p:nvPicPr>
          <p:cNvPr id="475" name="Google Shape;475;p83"/>
          <p:cNvPicPr preferRelativeResize="0"/>
          <p:nvPr>
            <p:ph idx="2" type="pic"/>
          </p:nvPr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26864" y="585216"/>
            <a:ext cx="3968400" cy="3968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