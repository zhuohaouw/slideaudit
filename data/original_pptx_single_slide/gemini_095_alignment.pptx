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0" r:id="rId10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0" Type="http://schemas.openxmlformats.org/officeDocument/2006/relationships/slide" Target="slides/slide9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9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0" name="Google Shape;780;p9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85.jpg"/></Relationships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19"/>
          <p:cNvSpPr txBox="1"/>
          <p:nvPr>
            <p:ph type="title"/>
          </p:nvPr>
        </p:nvSpPr>
        <p:spPr>
          <a:xfrm>
            <a:off x="5989200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Animal Migration Patterns</a:t>
            </a:r>
            <a:endParaRPr/>
          </a:p>
        </p:txBody>
      </p:sp>
      <p:sp>
        <p:nvSpPr>
          <p:cNvPr id="783" name="Google Shape;783;p1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Animal migration is the seasonal movement of animals over long distances.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Reasons for migration include food availability, breeding, and climate.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Birds, mammals, fish, and insects all exhibit migration patterns.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Migratory routes can span thousands of miles and cross continents.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Navigation methods include celestial cues, magnetic fields, and learned routes.</a:t>
            </a:r>
            <a:endParaRPr/>
          </a:p>
        </p:txBody>
      </p:sp>
      <p:pic>
        <p:nvPicPr>
          <p:cNvPr id="784" name="Google Shape;784;p11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