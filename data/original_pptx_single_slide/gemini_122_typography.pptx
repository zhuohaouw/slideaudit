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2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77" r:id="rId12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27" Type="http://schemas.openxmlformats.org/officeDocument/2006/relationships/slide" Target="slides/slide1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12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7" name="Google Shape;967;p12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104.jpg"/></Relationships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146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Extraterrestrial Civilizations 👽</a:t>
            </a:r>
            <a:endParaRPr/>
          </a:p>
        </p:txBody>
      </p:sp>
      <p:sp>
        <p:nvSpPr>
          <p:cNvPr id="970" name="Google Shape;970;p146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0" i="0" lang="zh-CN" sz="1200" u="none"/>
              <a:t>Hypothetical existence of advanced societies beyond Earth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1" lang="zh-CN" sz="4000" u="sng"/>
              <a:t>HIGH PROBABILITY DUE TO VAST NUMBER OF PLANETS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0" lang="zh-CN" sz="1000" u="none"/>
              <a:t>Search focuses on habitable zones with potential for liquid water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0" lang="zh-CN" sz="1000" u="none"/>
              <a:t>SETI (Search for Extraterrestrial Intelligence) uses radio telescopes to listen for signals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0" i="0" lang="zh-CN" sz="4000" u="sng"/>
              <a:t>Challenges include vast distances and potential for misinterpretation</a:t>
            </a:r>
            <a:endParaRPr/>
          </a:p>
        </p:txBody>
      </p:sp>
      <p:pic>
        <p:nvPicPr>
          <p:cNvPr id="971" name="Google Shape;971;p14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