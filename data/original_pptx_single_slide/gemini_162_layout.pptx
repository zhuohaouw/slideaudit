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7" r:id="rId16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7" Type="http://schemas.openxmlformats.org/officeDocument/2006/relationships/slide" Target="slides/slide1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16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8" name="Google Shape;1248;p16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2.xml"/><Relationship Id="rId3" Type="http://schemas.openxmlformats.org/officeDocument/2006/relationships/image" Target="../media/image146.jpg"/></Relationships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186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Science of Blushing</a:t>
            </a:r>
            <a:endParaRPr/>
          </a:p>
        </p:txBody>
      </p:sp>
      <p:sp>
        <p:nvSpPr>
          <p:cNvPr id="1251" name="Google Shape;1251;p186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Blushing is an involuntary reaction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Blood vessels in the face dilate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This increases blood flow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Associated with emotions like embarrassment, shame, or shyness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Exact mechanism is unknown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Could be a way of showing submission or remorse</a:t>
            </a:r>
            <a:endParaRPr/>
          </a:p>
        </p:txBody>
      </p:sp>
      <p:pic>
        <p:nvPicPr>
          <p:cNvPr id="1252" name="Google Shape;1252;p18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3436798" cy="3436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