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0" r:id="rId17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0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31bfb8c82e_1_43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5.xml"/></Relationships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8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Bilingual Brain</a:t>
            </a:r>
            <a:endParaRPr/>
          </a:p>
        </p:txBody>
      </p:sp>
      <p:sp>
        <p:nvSpPr>
          <p:cNvPr id="1107" name="Google Shape;1107;p18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 processing involves multiple brain regions working together.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Broca's area is linked to speech production, Wernicke's to comprehension.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Multilingual brains show greater activity in these areas.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 learned early is processed similarly to native language.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Later-learned languages may use different brain regions.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Switching between languages activates the brain's control center.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may lead to improved cognitive function and memory!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