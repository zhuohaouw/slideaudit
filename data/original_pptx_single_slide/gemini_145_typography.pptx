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4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45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1" r:id="rId4"/>
  </p:sldMasterIdLst>
  <p:notesMasterIdLst>
    <p:notesMasterId r:id="rId5"/>
  </p:notesMasterIdLst>
  <p:sldIdLst>
    <p:sldId id="400" r:id="rId150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150" Type="http://schemas.openxmlformats.org/officeDocument/2006/relationships/slide" Target="slides/slide14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3" name="Shape 1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4" name="Google Shape;1124;p145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25" name="Google Shape;1125;p145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LB_1_1_0_A">
  <p:cSld name="TITLE_AND_BODY_1_1_1_1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301749" y="310900"/>
            <a:ext cx="2757000" cy="3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" type="body"/>
          </p:nvPr>
        </p:nvSpPr>
        <p:spPr>
          <a:xfrm>
            <a:off x="3460800" y="310900"/>
            <a:ext cx="5344800" cy="45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G">
  <p:cSld name="TITLE_AND_BODY_2_1_1_1_1_1_1_1_1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ect">
            <a:avLst/>
          </a:prstGeom>
          <a:noFill/>
          <a:ln>
            <a:noFill/>
          </a:ln>
        </p:spPr>
      </p:sp>
      <p:sp>
        <p:nvSpPr>
          <p:cNvPr id="14" name="Google Shape;14;p3"/>
          <p:cNvSpPr txBox="1"/>
          <p:nvPr>
            <p:ph type="title"/>
          </p:nvPr>
        </p:nvSpPr>
        <p:spPr>
          <a:xfrm>
            <a:off x="228600" y="228600"/>
            <a:ext cx="3557100" cy="8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" name="Google Shape;15;p3"/>
          <p:cNvSpPr txBox="1"/>
          <p:nvPr>
            <p:ph idx="1" type="body"/>
          </p:nvPr>
        </p:nvSpPr>
        <p:spPr>
          <a:xfrm>
            <a:off x="228600" y="1600200"/>
            <a:ext cx="3557100" cy="33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C">
  <p:cSld name="TITLE_AND_BODY_2_1_1_1_1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/>
          <p:nvPr>
            <p:ph idx="2" type="pic"/>
          </p:nvPr>
        </p:nvSpPr>
        <p:spPr>
          <a:xfrm>
            <a:off x="228600" y="228600"/>
            <a:ext cx="4690800" cy="4690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18" name="Google Shape;18;p4"/>
          <p:cNvSpPr txBox="1"/>
          <p:nvPr>
            <p:ph type="title"/>
          </p:nvPr>
        </p:nvSpPr>
        <p:spPr>
          <a:xfrm>
            <a:off x="5362500" y="640075"/>
            <a:ext cx="34671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5279300" y="1901949"/>
            <a:ext cx="355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D">
  <p:cSld name="TITLE_AND_BODY_2_1_1_1_1_1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228600" y="804675"/>
            <a:ext cx="37302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228600" y="1901954"/>
            <a:ext cx="373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5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H">
  <p:cSld name="TITLE_AND_BODY_2_1_1_1_1_1_1_1_1_1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6"/>
          <p:cNvSpPr/>
          <p:nvPr>
            <p:ph idx="2" type="pic"/>
          </p:nvPr>
        </p:nvSpPr>
        <p:spPr>
          <a:xfrm>
            <a:off x="548640" y="1554480"/>
            <a:ext cx="2807100" cy="2807100"/>
          </a:xfrm>
          <a:prstGeom prst="roundRect">
            <a:avLst>
              <a:gd fmla="val 8343" name="adj"/>
            </a:avLst>
          </a:prstGeom>
          <a:noFill/>
          <a:ln>
            <a:noFill/>
          </a:ln>
        </p:spPr>
      </p:sp>
      <p:sp>
        <p:nvSpPr>
          <p:cNvPr id="26" name="Google Shape;26;p6"/>
          <p:cNvSpPr txBox="1"/>
          <p:nvPr>
            <p:ph type="title"/>
          </p:nvPr>
        </p:nvSpPr>
        <p:spPr>
          <a:xfrm>
            <a:off x="548675" y="603500"/>
            <a:ext cx="7923900" cy="66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" type="body"/>
          </p:nvPr>
        </p:nvSpPr>
        <p:spPr>
          <a:xfrm>
            <a:off x="3895344" y="1408176"/>
            <a:ext cx="4782300" cy="30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28" name="Google Shape;28;p6"/>
          <p:cNvCxnSpPr/>
          <p:nvPr/>
        </p:nvCxnSpPr>
        <p:spPr>
          <a:xfrm>
            <a:off x="544200" y="451125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F">
  <p:cSld name="TITLE_AND_BODY_2_1_1_1_1_1_1_1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/>
          <p:nvPr/>
        </p:nvSpPr>
        <p:spPr>
          <a:xfrm>
            <a:off x="228600" y="228600"/>
            <a:ext cx="8686800" cy="4686300"/>
          </a:xfrm>
          <a:prstGeom prst="roundRect">
            <a:avLst>
              <a:gd fmla="val 6123" name="adj"/>
            </a:avLst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1;p7"/>
          <p:cNvSpPr/>
          <p:nvPr>
            <p:ph idx="2" type="pic"/>
          </p:nvPr>
        </p:nvSpPr>
        <p:spPr>
          <a:xfrm>
            <a:off x="4626864" y="585216"/>
            <a:ext cx="3968400" cy="3968400"/>
          </a:xfrm>
          <a:prstGeom prst="rect">
            <a:avLst/>
          </a:prstGeom>
          <a:noFill/>
          <a:ln>
            <a:noFill/>
          </a:ln>
        </p:spPr>
      </p:sp>
      <p:sp>
        <p:nvSpPr>
          <p:cNvPr id="32" name="Google Shape;32;p7"/>
          <p:cNvSpPr txBox="1"/>
          <p:nvPr>
            <p:ph type="title"/>
          </p:nvPr>
        </p:nvSpPr>
        <p:spPr>
          <a:xfrm>
            <a:off x="557784" y="585216"/>
            <a:ext cx="3712500" cy="9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3" name="Google Shape;33;p7"/>
          <p:cNvSpPr txBox="1"/>
          <p:nvPr>
            <p:ph idx="1" type="body"/>
          </p:nvPr>
        </p:nvSpPr>
        <p:spPr>
          <a:xfrm>
            <a:off x="508525" y="1883625"/>
            <a:ext cx="3761700" cy="26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51">
          <p15:clr>
            <a:srgbClr val="E46962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A">
  <p:cSld name="TITLE_AND_BODY_2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8"/>
          <p:cNvSpPr/>
          <p:nvPr>
            <p:ph idx="2" type="pic"/>
          </p:nvPr>
        </p:nvSpPr>
        <p:spPr>
          <a:xfrm>
            <a:off x="3996000" y="0"/>
            <a:ext cx="5148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36" name="Google Shape;36;p8"/>
          <p:cNvSpPr txBox="1"/>
          <p:nvPr>
            <p:ph type="title"/>
          </p:nvPr>
        </p:nvSpPr>
        <p:spPr>
          <a:xfrm>
            <a:off x="384048" y="329184"/>
            <a:ext cx="3154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7" name="Google Shape;37;p8"/>
          <p:cNvSpPr txBox="1"/>
          <p:nvPr>
            <p:ph idx="1" type="body"/>
          </p:nvPr>
        </p:nvSpPr>
        <p:spPr>
          <a:xfrm>
            <a:off x="329184" y="1545336"/>
            <a:ext cx="3218700" cy="30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B">
  <p:cSld name="TITLE_AND_BODY_2_1_1_1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/>
          <p:nvPr>
            <p:ph idx="2" type="pic"/>
          </p:nvPr>
        </p:nvSpPr>
        <p:spPr>
          <a:xfrm>
            <a:off x="4517136" y="475488"/>
            <a:ext cx="4188000" cy="4188000"/>
          </a:xfrm>
          <a:prstGeom prst="roundRect">
            <a:avLst>
              <a:gd fmla="val 8475" name="adj"/>
            </a:avLst>
          </a:prstGeom>
          <a:noFill/>
          <a:ln>
            <a:noFill/>
          </a:ln>
        </p:spPr>
      </p:sp>
      <p:sp>
        <p:nvSpPr>
          <p:cNvPr id="40" name="Google Shape;40;p9"/>
          <p:cNvSpPr txBox="1"/>
          <p:nvPr>
            <p:ph type="title"/>
          </p:nvPr>
        </p:nvSpPr>
        <p:spPr>
          <a:xfrm>
            <a:off x="548650" y="576075"/>
            <a:ext cx="3556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1" name="Google Shape;41;p9"/>
          <p:cNvSpPr txBox="1"/>
          <p:nvPr>
            <p:ph idx="1" type="body"/>
          </p:nvPr>
        </p:nvSpPr>
        <p:spPr>
          <a:xfrm>
            <a:off x="438912" y="1655064"/>
            <a:ext cx="3666600" cy="287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2" name="Google Shape;42;p9"/>
          <p:cNvCxnSpPr/>
          <p:nvPr/>
        </p:nvCxnSpPr>
        <p:spPr>
          <a:xfrm>
            <a:off x="530352" y="4023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3" name="Google Shape;43;p9"/>
          <p:cNvCxnSpPr/>
          <p:nvPr/>
        </p:nvCxnSpPr>
        <p:spPr>
          <a:xfrm>
            <a:off x="530352" y="47457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E">
  <p:cSld name="TITLE_AND_BODY_2_1_1_1_1_1_1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0"/>
          <p:cNvSpPr/>
          <p:nvPr>
            <p:ph idx="2" type="pic"/>
          </p:nvPr>
        </p:nvSpPr>
        <p:spPr>
          <a:xfrm>
            <a:off x="466195" y="587552"/>
            <a:ext cx="3968400" cy="3968400"/>
          </a:xfrm>
          <a:prstGeom prst="roundRect">
            <a:avLst>
              <a:gd fmla="val 9998" name="adj"/>
            </a:avLst>
          </a:prstGeom>
          <a:noFill/>
          <a:ln>
            <a:noFill/>
          </a:ln>
        </p:spPr>
      </p:sp>
      <p:sp>
        <p:nvSpPr>
          <p:cNvPr id="46" name="Google Shape;46;p10"/>
          <p:cNvSpPr txBox="1"/>
          <p:nvPr>
            <p:ph type="title"/>
          </p:nvPr>
        </p:nvSpPr>
        <p:spPr>
          <a:xfrm>
            <a:off x="4896292" y="280875"/>
            <a:ext cx="3925200" cy="1092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" name="Google Shape;47;p10"/>
          <p:cNvSpPr txBox="1"/>
          <p:nvPr>
            <p:ph idx="1" type="body"/>
          </p:nvPr>
        </p:nvSpPr>
        <p:spPr>
          <a:xfrm>
            <a:off x="4773075" y="1820475"/>
            <a:ext cx="4079700" cy="27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8" name="Google Shape;48;p10"/>
          <p:cNvCxnSpPr/>
          <p:nvPr/>
        </p:nvCxnSpPr>
        <p:spPr>
          <a:xfrm>
            <a:off x="4894857" y="1615440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083">
          <p15:clr>
            <a:srgbClr val="E46962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A">
  <p:cSld name="CUSTOM_1_1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/>
          <p:nvPr>
            <p:ph idx="2" type="pic"/>
          </p:nvPr>
        </p:nvSpPr>
        <p:spPr>
          <a:xfrm>
            <a:off x="2990088" y="1436336"/>
            <a:ext cx="3173100" cy="31731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51" name="Google Shape;51;p11"/>
          <p:cNvSpPr txBox="1"/>
          <p:nvPr>
            <p:ph type="title"/>
          </p:nvPr>
        </p:nvSpPr>
        <p:spPr>
          <a:xfrm>
            <a:off x="228600" y="228600"/>
            <a:ext cx="868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p11"/>
          <p:cNvSpPr txBox="1"/>
          <p:nvPr/>
        </p:nvSpPr>
        <p:spPr>
          <a:xfrm>
            <a:off x="210312" y="117116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11"/>
          <p:cNvSpPr txBox="1"/>
          <p:nvPr/>
        </p:nvSpPr>
        <p:spPr>
          <a:xfrm>
            <a:off x="210312" y="327428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11"/>
          <p:cNvSpPr txBox="1"/>
          <p:nvPr/>
        </p:nvSpPr>
        <p:spPr>
          <a:xfrm>
            <a:off x="6336792" y="1170432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11"/>
          <p:cNvSpPr txBox="1"/>
          <p:nvPr>
            <p:ph idx="1" type="body"/>
          </p:nvPr>
        </p:nvSpPr>
        <p:spPr>
          <a:xfrm>
            <a:off x="1042416" y="124431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6" name="Google Shape;56;p11"/>
          <p:cNvSpPr txBox="1"/>
          <p:nvPr>
            <p:ph idx="3" type="body"/>
          </p:nvPr>
        </p:nvSpPr>
        <p:spPr>
          <a:xfrm>
            <a:off x="7178040" y="124358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7" name="Google Shape;57;p11"/>
          <p:cNvSpPr txBox="1"/>
          <p:nvPr>
            <p:ph idx="4" type="body"/>
          </p:nvPr>
        </p:nvSpPr>
        <p:spPr>
          <a:xfrm>
            <a:off x="7178040" y="334670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58" name="Google Shape;58;p11"/>
          <p:cNvCxnSpPr/>
          <p:nvPr/>
        </p:nvCxnSpPr>
        <p:spPr>
          <a:xfrm>
            <a:off x="545049" y="137227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9" name="Google Shape;59;p11"/>
          <p:cNvCxnSpPr/>
          <p:nvPr/>
        </p:nvCxnSpPr>
        <p:spPr>
          <a:xfrm>
            <a:off x="545049" y="3474695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0" name="Google Shape;60;p11"/>
          <p:cNvCxnSpPr/>
          <p:nvPr/>
        </p:nvCxnSpPr>
        <p:spPr>
          <a:xfrm>
            <a:off x="6677174" y="137160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1" name="Google Shape;61;p11"/>
          <p:cNvCxnSpPr/>
          <p:nvPr/>
        </p:nvCxnSpPr>
        <p:spPr>
          <a:xfrm>
            <a:off x="6677174" y="347472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2" name="Google Shape;62;p11"/>
          <p:cNvSpPr txBox="1"/>
          <p:nvPr/>
        </p:nvSpPr>
        <p:spPr>
          <a:xfrm>
            <a:off x="6336796" y="327355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11"/>
          <p:cNvSpPr txBox="1"/>
          <p:nvPr>
            <p:ph idx="5" type="body"/>
          </p:nvPr>
        </p:nvSpPr>
        <p:spPr>
          <a:xfrm>
            <a:off x="1042416" y="334743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904">
          <p15:clr>
            <a:srgbClr val="E46962"/>
          </p15:clr>
        </p15:guide>
        <p15:guide id="2" pos="4718">
          <p15:clr>
            <a:srgbClr val="E46962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B">
  <p:cSld name="CUSTOM_1_1_1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2"/>
          <p:cNvSpPr/>
          <p:nvPr>
            <p:ph idx="2" type="pic"/>
          </p:nvPr>
        </p:nvSpPr>
        <p:spPr>
          <a:xfrm>
            <a:off x="228600" y="2587752"/>
            <a:ext cx="2222100" cy="2222100"/>
          </a:xfrm>
          <a:prstGeom prst="teardrop">
            <a:avLst>
              <a:gd fmla="val 100000" name="adj"/>
            </a:avLst>
          </a:prstGeom>
          <a:noFill/>
          <a:ln>
            <a:noFill/>
          </a:ln>
        </p:spPr>
      </p:sp>
      <p:sp>
        <p:nvSpPr>
          <p:cNvPr id="66" name="Google Shape;66;p12"/>
          <p:cNvSpPr txBox="1"/>
          <p:nvPr>
            <p:ph type="title"/>
          </p:nvPr>
        </p:nvSpPr>
        <p:spPr>
          <a:xfrm>
            <a:off x="301752" y="310896"/>
            <a:ext cx="2788800" cy="19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12"/>
          <p:cNvSpPr txBox="1"/>
          <p:nvPr/>
        </p:nvSpPr>
        <p:spPr>
          <a:xfrm>
            <a:off x="3209544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12"/>
          <p:cNvSpPr txBox="1"/>
          <p:nvPr/>
        </p:nvSpPr>
        <p:spPr>
          <a:xfrm>
            <a:off x="3209544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12"/>
          <p:cNvSpPr txBox="1"/>
          <p:nvPr/>
        </p:nvSpPr>
        <p:spPr>
          <a:xfrm>
            <a:off x="6117336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12"/>
          <p:cNvSpPr txBox="1"/>
          <p:nvPr>
            <p:ph idx="1" type="body"/>
          </p:nvPr>
        </p:nvSpPr>
        <p:spPr>
          <a:xfrm>
            <a:off x="3739896" y="374900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1" name="Google Shape;71;p12"/>
          <p:cNvSpPr txBox="1"/>
          <p:nvPr>
            <p:ph idx="3" type="body"/>
          </p:nvPr>
        </p:nvSpPr>
        <p:spPr>
          <a:xfrm>
            <a:off x="6665976" y="374904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2" name="Google Shape;72;p12"/>
          <p:cNvSpPr txBox="1"/>
          <p:nvPr>
            <p:ph idx="4" type="body"/>
          </p:nvPr>
        </p:nvSpPr>
        <p:spPr>
          <a:xfrm>
            <a:off x="666597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3" name="Google Shape;73;p12"/>
          <p:cNvSpPr txBox="1"/>
          <p:nvPr/>
        </p:nvSpPr>
        <p:spPr>
          <a:xfrm>
            <a:off x="6117336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12"/>
          <p:cNvSpPr txBox="1"/>
          <p:nvPr>
            <p:ph idx="5" type="body"/>
          </p:nvPr>
        </p:nvSpPr>
        <p:spPr>
          <a:xfrm>
            <a:off x="373989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0_B">
  <p:cSld name="TITLE_AND_BODY_1_1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3"/>
          <p:cNvSpPr txBox="1"/>
          <p:nvPr>
            <p:ph idx="1" type="body"/>
          </p:nvPr>
        </p:nvSpPr>
        <p:spPr>
          <a:xfrm>
            <a:off x="384048" y="1948992"/>
            <a:ext cx="5266800" cy="28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7" name="Google Shape;77;p13"/>
          <p:cNvSpPr txBox="1"/>
          <p:nvPr>
            <p:ph type="title"/>
          </p:nvPr>
        </p:nvSpPr>
        <p:spPr>
          <a:xfrm>
            <a:off x="384048" y="384048"/>
            <a:ext cx="526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80" name="Google Shape;80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81" name="Google Shape;81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84" name="Google Shape;84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7" name="Google Shape;87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8" name="Google Shape;88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1" name="Google Shape;91;p1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2" name="Google Shape;92;p1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3" name="Google Shape;93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6" name="Google Shape;96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9" name="Google Shape;99;p1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0" name="Google Shape;100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03" name="Google Shape;103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2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07" name="Google Shape;107;p2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08" name="Google Shape;108;p2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09" name="Google Shape;109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112" name="Google Shape;112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15" name="Google Shape;115;p2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6" name="Google Shape;116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5.xml"/></Relationships>
</file>

<file path=ppt/slides/slide1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6" name="Shape 1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7" name="Google Shape;1127;p169"/>
          <p:cNvSpPr txBox="1"/>
          <p:nvPr>
            <p:ph type="title"/>
          </p:nvPr>
        </p:nvSpPr>
        <p:spPr>
          <a:xfrm>
            <a:off x="301749" y="310900"/>
            <a:ext cx="2757000" cy="3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zh-CN"/>
              <a:t>Ancient Timekeeping</a:t>
            </a:r>
            <a:endParaRPr/>
          </a:p>
        </p:txBody>
      </p:sp>
      <p:sp>
        <p:nvSpPr>
          <p:cNvPr id="1128" name="Google Shape;1128;p169"/>
          <p:cNvSpPr txBox="1"/>
          <p:nvPr>
            <p:ph idx="1" type="body"/>
          </p:nvPr>
        </p:nvSpPr>
        <p:spPr>
          <a:xfrm>
            <a:off x="3460800" y="310900"/>
            <a:ext cx="5344800" cy="45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i="1" lang="zh-CN" u="sng">
                <a:solidFill>
                  <a:srgbClr val="B91700"/>
                </a:solidFill>
              </a:rPr>
              <a:t>Sundials: Tracked the sun's position to tell the time of day.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0" i="0" lang="zh-CN" u="sng">
                <a:solidFill>
                  <a:srgbClr val="919B7F"/>
                </a:solidFill>
              </a:rPr>
              <a:t>Water Clocks: Measured time by the flow of water from one container to another.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0" i="1" lang="zh-CN" u="none">
                <a:solidFill>
                  <a:srgbClr val="5A9E9E"/>
                </a:solidFill>
              </a:rPr>
              <a:t>Sand Timers: Measured a specific duration of time with sand falling through a narrow opening.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i="1" lang="zh-CN" u="none">
                <a:solidFill>
                  <a:srgbClr val="6D8B36"/>
                </a:solidFill>
              </a:rPr>
              <a:t>Astronomical Observations: Tracked celestial bodies to predict seasons and events.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0" i="0" lang="zh-CN" u="none">
                <a:solidFill>
                  <a:srgbClr val="F00280"/>
                </a:solidFill>
              </a:rPr>
              <a:t>Candles &amp; Incense: Marked time with consistent burn rates.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i="1" lang="zh-CN" u="sng">
                <a:solidFill>
                  <a:srgbClr val="DEE78F"/>
                </a:solidFill>
              </a:rPr>
              <a:t>OBELISKS: SHADOWS CAST HELPED MEASURE TIME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i="0" lang="zh-CN" u="sng">
                <a:solidFill>
                  <a:srgbClr val="5CFC1F"/>
                </a:solidFill>
              </a:rPr>
              <a:t>Water clocks were used in Egypt as far back as 1500 BC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