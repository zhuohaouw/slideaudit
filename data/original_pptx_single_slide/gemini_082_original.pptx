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7" r:id="rId8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7" Type="http://schemas.openxmlformats.org/officeDocument/2006/relationships/slide" Target="slides/slide8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331bfb8c82e_1_217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0.jpg"/></Relationships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06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The Psychology of Color</a:t>
            </a:r>
            <a:endParaRPr/>
          </a:p>
        </p:txBody>
      </p:sp>
      <p:sp>
        <p:nvSpPr>
          <p:cNvPr id="610" name="Google Shape;610;p106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Colors can evoke emotions and influence behavior.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Warm colors (red, orange) convey energy and excitement.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Cool colors (blue, green) convey calmness and trust.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Color psychology is used in marketing and design.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Cultural differences influence color perception.</a:t>
            </a:r>
            <a:endParaRPr/>
          </a:p>
        </p:txBody>
      </p:sp>
      <p:pic>
        <p:nvPicPr>
          <p:cNvPr id="611" name="Google Shape;611;p106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6000" y="0"/>
            <a:ext cx="5148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