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3" r:id="rId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3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31bfb8c82e_1_20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9.jpg"/></Relationships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Placebo Effect: Mind Over Matter</a:t>
            </a:r>
            <a:endParaRPr/>
          </a:p>
        </p:txBody>
      </p:sp>
      <p:sp>
        <p:nvSpPr>
          <p:cNvPr id="587" name="Google Shape;587;p10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placebo effect is when a patient's symptoms improve after receiving a treatment with no active ingredients.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power of the mind can trigger healing responses.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Expectation of positive results can lead to actual improvement.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Placebos can have a significant impact on pain perception and other symptoms.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Researchers use placebos in clinical trials to measure the true effectiveness of new treatments.</a:t>
            </a:r>
            <a:endParaRPr/>
          </a:p>
        </p:txBody>
      </p:sp>
      <p:pic>
        <p:nvPicPr>
          <p:cNvPr id="588" name="Google Shape;588;p10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