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1" r:id="rId8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1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8" name="Google Shape;648;p7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6.jpg"/></Relationships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0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Ancient Writing Systems</a:t>
            </a:r>
            <a:endParaRPr/>
          </a:p>
        </p:txBody>
      </p:sp>
      <p:sp>
        <p:nvSpPr>
          <p:cNvPr id="651" name="Google Shape;651;p100"/>
          <p:cNvSpPr txBox="1"/>
          <p:nvPr>
            <p:ph idx="1" type="body"/>
          </p:nvPr>
        </p:nvSpPr>
        <p:spPr>
          <a:xfrm>
            <a:off x="508525" y="1883625"/>
            <a:ext cx="5148085" cy="3654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Cuneiform: Developed in Mesopotamia, one of the earliest writing systems.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Hieroglyphics: Used in Ancient Egypt, a complex system of pictures and symbols.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Indus Script: Undeciphered script of the Indus Valley Civilization.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Chinese Writing: Logographic system, one of the oldest continuously used systems.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Mayan Glyphs: Advanced writing system of Mesoamerica.</a:t>
            </a:r>
            <a:endParaRPr/>
          </a:p>
        </p:txBody>
      </p:sp>
      <p:pic>
        <p:nvPicPr>
          <p:cNvPr id="652" name="Google Shape;652;p10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