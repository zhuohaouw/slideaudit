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5" r:id="rId2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5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3" name="Google Shape;1513;p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78.jpg"/></Relationships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22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9259"/>
              <a:buNone/>
            </a:pPr>
            <a:r>
              <a:rPr lang="zh-CN" sz="1200">
                <a:latin typeface="Comic Sans MS"/>
                <a:ea typeface="Comic Sans MS"/>
                <a:cs typeface="Comic Sans MS"/>
                <a:sym typeface="Comic Sans MS"/>
              </a:rPr>
              <a:t>Secret Societies and the World</a:t>
            </a:r>
            <a:endParaRPr/>
          </a:p>
        </p:txBody>
      </p:sp>
      <p:sp>
        <p:nvSpPr>
          <p:cNvPr id="1516" name="Google Shape;1516;p22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Secret societies are defined as exclusive organizations with concealed rituals and practices.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have existed for centuries, influencing political, religious, and social events.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Freemasons, Illuminati, and Knights Templar.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societies have been shrouded in mystery and often linked to conspiracy theories.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controversies, they have played a significant role in shaping history.</a:t>
            </a:r>
            <a:endParaRPr/>
          </a:p>
        </p:txBody>
      </p:sp>
      <p:pic>
        <p:nvPicPr>
          <p:cNvPr id="1517" name="Google Shape;1517;p2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