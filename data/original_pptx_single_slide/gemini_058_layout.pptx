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3" r:id="rId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3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p5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2.jpg"/></Relationships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2"/>
          <p:cNvSpPr txBox="1"/>
          <p:nvPr>
            <p:ph type="title"/>
          </p:nvPr>
        </p:nvSpPr>
        <p:spPr>
          <a:xfrm>
            <a:off x="3340941" y="543008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Future Space Missions 🌌🚀</a:t>
            </a:r>
            <a:endParaRPr/>
          </a:p>
        </p:txBody>
      </p:sp>
      <p:sp>
        <p:nvSpPr>
          <p:cNvPr id="526" name="Google Shape;526;p8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Artemis Program: Return humans to the Moon, establish sustainable presence.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Gateway: Lunar outpost for deep space exploration.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Mars Exploration: Rovers and future manned missions.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Asteroid Mining: Extract valuable resources.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Europa Clipper: Explore Jupiter's moon for potential life.</a:t>
            </a:r>
            <a:endParaRPr/>
          </a:p>
        </p:txBody>
      </p:sp>
      <p:pic>
        <p:nvPicPr>
          <p:cNvPr id="527" name="Google Shape;527;p8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