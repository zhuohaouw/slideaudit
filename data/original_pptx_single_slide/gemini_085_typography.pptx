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0" r:id="rId9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0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85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0" name="Google Shape;710;p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4.jpg"/></Relationships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109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i="0" lang="zh-CN" u="sng">
                <a:latin typeface="Times New Roman"/>
                <a:ea typeface="Times New Roman"/>
                <a:cs typeface="Times New Roman"/>
                <a:sym typeface="Times New Roman"/>
              </a:rPr>
              <a:t>Urban Legends: Fact or Fiction?</a:t>
            </a:r>
            <a:endParaRPr/>
          </a:p>
        </p:txBody>
      </p:sp>
      <p:sp>
        <p:nvSpPr>
          <p:cNvPr id="713" name="Google Shape;713;p109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Urban legends are fictional stories passed off as true.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contain elements of mystery, horror, or humor.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Spread primarily through word-of-mouth and social media.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Their believability and relatability cause them to spread easily.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They often reflect social anxieties or cultural beliefs.</a:t>
            </a:r>
            <a:endParaRPr/>
          </a:p>
        </p:txBody>
      </p:sp>
      <p:pic>
        <p:nvPicPr>
          <p:cNvPr id="714" name="Google Shape;714;p10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