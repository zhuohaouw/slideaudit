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9" r:id="rId1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9" Type="http://schemas.openxmlformats.org/officeDocument/2006/relationships/slide" Target="slides/slide1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2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p1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05.jpg"/></Relationships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Unusual Animal Abilities</a:t>
            </a:r>
            <a:endParaRPr/>
          </a:p>
        </p:txBody>
      </p:sp>
      <p:sp>
        <p:nvSpPr>
          <p:cNvPr id="984" name="Google Shape;984;p14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animals.</a:t>
            </a:r>
            <a:endParaRPr/>
          </a:p>
        </p:txBody>
      </p:sp>
      <p:pic>
        <p:nvPicPr>
          <p:cNvPr id="985" name="Google Shape;985;p1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