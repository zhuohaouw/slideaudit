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0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7" r:id="rId10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7" Type="http://schemas.openxmlformats.org/officeDocument/2006/relationships/slide" Target="slides/slide10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10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9" name="Google Shape;829;p10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86.jpg"/></Relationships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126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Psychology of Fear</a:t>
            </a:r>
            <a:endParaRPr/>
          </a:p>
        </p:txBody>
      </p:sp>
      <p:sp>
        <p:nvSpPr>
          <p:cNvPr id="832" name="Google Shape;832;p126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 fontScale="77500" lnSpcReduction="2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Fear is an evolutionary response to perceived danger.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Horror movies trigger this response in a controlled environment.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resulting adrenaline rush can be enjoyable for some.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sense of control over the experience also contributes to enjoyment.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Some enjoy confronting their fears in a safe way.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Others may experience catharsis or release of tension.</a:t>
            </a:r>
            <a:endParaRPr/>
          </a:p>
        </p:txBody>
      </p:sp>
      <p:pic>
        <p:nvPicPr>
          <p:cNvPr id="833" name="Google Shape;833;p12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