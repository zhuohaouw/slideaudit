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7" r:id="rId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7" Type="http://schemas.openxmlformats.org/officeDocument/2006/relationships/slide" Target="slides/slide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p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1.jpg"/></Relationships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06"/>
          <p:cNvSpPr txBox="1"/>
          <p:nvPr>
            <p:ph type="title"/>
          </p:nvPr>
        </p:nvSpPr>
        <p:spPr>
          <a:xfrm>
            <a:off x="4326532" y="326485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692" name="Google Shape;692;p10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 can evoke emotions and influence behavior.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 colors (red, orange) convey energy and excitement.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Cool colors (blue, green) convey calmness and trust.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psychology is used in marketing and design.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Cultural differences influence color perception.</a:t>
            </a:r>
            <a:endParaRPr/>
          </a:p>
        </p:txBody>
      </p:sp>
      <p:pic>
        <p:nvPicPr>
          <p:cNvPr id="693" name="Google Shape;693;p1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