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2" r:id="rId17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2" Type="http://schemas.openxmlformats.org/officeDocument/2006/relationships/slide" Target="slides/slide16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6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82" name="Google Shape;1282;p16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7.xml"/><Relationship Id="rId3" Type="http://schemas.openxmlformats.org/officeDocument/2006/relationships/image" Target="../media/image153.jpg"/></Relationships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3" name="Shape 1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4" name="Google Shape;1284;p191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i="1" lang="zh-CN" u="none">
                <a:solidFill>
                  <a:srgbClr val="6801DB"/>
                </a:solidFill>
              </a:rPr>
              <a:t>Bizarre Laws Still on the Books</a:t>
            </a:r>
            <a:endParaRPr/>
          </a:p>
        </p:txBody>
      </p:sp>
      <p:sp>
        <p:nvSpPr>
          <p:cNvPr id="1285" name="Google Shape;1285;p191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chew gum in Singapore.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die in the Houses of Parliament in England.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own only one guinea pig in Switzerland.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Reincarnation without government permission is forbidden in China.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It is illegal to flush the toilet after 10 PM in Switzerland.</a:t>
            </a:r>
            <a:endParaRPr/>
          </a:p>
        </p:txBody>
      </p:sp>
      <p:pic>
        <p:nvPicPr>
          <p:cNvPr id="1286" name="Google Shape;1286;p19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