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4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4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04" r:id="rId15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54" Type="http://schemas.openxmlformats.org/officeDocument/2006/relationships/slide" Target="slides/slide14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0" name="Shape 1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1" name="Google Shape;1151;p149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52" name="Google Shape;1152;p14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9.xml"/><Relationship Id="rId3" Type="http://schemas.openxmlformats.org/officeDocument/2006/relationships/image" Target="../media/image128.jpg"/></Relationships>
</file>

<file path=ppt/slides/slide1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3" name="Shape 1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4" name="Google Shape;1154;p173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Evolution of Writing ✍️ 📖</a:t>
            </a:r>
            <a:endParaRPr/>
          </a:p>
        </p:txBody>
      </p:sp>
      <p:sp>
        <p:nvSpPr>
          <p:cNvPr id="1155" name="Google Shape;1155;p173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2500" lnSpcReduction="10000"/>
          </a:bodyPr>
          <a:lstStyle/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i="0" lang="zh-CN" u="sng">
                <a:solidFill>
                  <a:srgbClr val="F44D04"/>
                </a:solidFill>
              </a:rPr>
              <a:t>Pictograms: Symbols representing objects, earliest form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0" i="0" lang="zh-CN" u="sng">
                <a:solidFill>
                  <a:srgbClr val="B48CF7"/>
                </a:solidFill>
              </a:rPr>
              <a:t>Ideograms: Symbols representing abstract ideas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0" i="0" lang="zh-CN" u="none">
                <a:solidFill>
                  <a:srgbClr val="5D9F1E"/>
                </a:solidFill>
              </a:rPr>
              <a:t>Logographic: Symbols representing words or morphemes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i="0" lang="zh-CN" u="none">
                <a:solidFill>
                  <a:srgbClr val="5EDEEC"/>
                </a:solidFill>
              </a:rPr>
              <a:t>Syllabic: Symbols representing syllables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i="0" lang="zh-CN" u="none">
                <a:solidFill>
                  <a:srgbClr val="C2B696"/>
                </a:solidFill>
              </a:rPr>
              <a:t>Alphabetic: Symbols representing individual sounds</a:t>
            </a:r>
            <a:endParaRPr/>
          </a:p>
        </p:txBody>
      </p:sp>
      <p:pic>
        <p:nvPicPr>
          <p:cNvPr id="1156" name="Google Shape;1156;p173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