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0" r:id="rId1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0" Type="http://schemas.openxmlformats.org/officeDocument/2006/relationships/slide" Target="slides/slide1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7" name="Google Shape;1057;p1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32.jpg"/></Relationships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59"/>
          <p:cNvSpPr txBox="1"/>
          <p:nvPr>
            <p:ph type="title"/>
          </p:nvPr>
        </p:nvSpPr>
        <p:spPr>
          <a:xfrm>
            <a:off x="56769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Psychology of Humor 🎭</a:t>
            </a:r>
            <a:endParaRPr/>
          </a:p>
        </p:txBody>
      </p:sp>
      <p:sp>
        <p:nvSpPr>
          <p:cNvPr id="1060" name="Google Shape;1060;p159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Humor often involves incongruity, surprise, and a violation of expectations.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triggers the release of endorphins, promoting a sense of well-being.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Humor can be used to cope with difficult situations and reduce stress.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benefits include strengthening bonds, diffusing conflict, and increasing social cohesion.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Humor styles vary across cultures and individuals.</a:t>
            </a:r>
            <a:endParaRPr/>
          </a:p>
        </p:txBody>
      </p:sp>
      <p:pic>
        <p:nvPicPr>
          <p:cNvPr id="1061" name="Google Shape;1061;p1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