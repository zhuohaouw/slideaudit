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2" r:id="rId1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2" Type="http://schemas.openxmlformats.org/officeDocument/2006/relationships/slide" Target="slides/slide1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3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1" name="Google Shape;1071;p1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61"/>
          <p:cNvSpPr txBox="1"/>
          <p:nvPr>
            <p:ph type="title"/>
          </p:nvPr>
        </p:nvSpPr>
        <p:spPr>
          <a:xfrm>
            <a:off x="301794" y="310896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of Habits</a:t>
            </a:r>
            <a:endParaRPr/>
          </a:p>
        </p:txBody>
      </p:sp>
      <p:sp>
        <p:nvSpPr>
          <p:cNvPr id="1074" name="Google Shape;1074;p161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Cue: triggers the behavior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Craving: desire for the reward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Response: the action or habit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Reward: positive reinforcement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 break a habit, disrupt the cycle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Identify your triggers and cravings.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Replace the bad habit with a positive one.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