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0" r:id="rId1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0" Type="http://schemas.openxmlformats.org/officeDocument/2006/relationships/slide" Target="slides/slide1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31bfb8c82e_1_48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60.jpg"/></Relationships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0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1223" name="Google Shape;1223;p20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1224" name="Google Shape;1224;p20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