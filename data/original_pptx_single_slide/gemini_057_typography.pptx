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2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6" name="Google Shape;516;p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5.jpg"/></Relationships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u="sng">
                <a:solidFill>
                  <a:srgbClr val="A6DF4F"/>
                </a:solidFill>
              </a:rPr>
              <a:t>PARALLEL UNIVERSES: FACT OR FICTION?</a:t>
            </a:r>
            <a:endParaRPr/>
          </a:p>
        </p:txBody>
      </p:sp>
      <p:sp>
        <p:nvSpPr>
          <p:cNvPr id="519" name="Google Shape;519;p81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Parallel universes: theoretical existence of other universes alongside our own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Scientific basis: rooted in quantum mechanics and cosmology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Many-worlds interpretation: every quantum event creates new universes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Fictional exploration: popular theme in books, movies, and TV shows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Raises philosophical questions about reality and identity</a:t>
            </a:r>
            <a:endParaRPr/>
          </a:p>
        </p:txBody>
      </p:sp>
      <p:pic>
        <p:nvPicPr>
          <p:cNvPr id="520" name="Google Shape;520;p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