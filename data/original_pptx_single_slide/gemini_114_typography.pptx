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9" r:id="rId1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9" Type="http://schemas.openxmlformats.org/officeDocument/2006/relationships/slide" Target="slides/slide1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1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1" name="Google Shape;911;p1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14.jpg"/></Relationships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3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Self-Driving Cars: Past, Present, and Future</a:t>
            </a:r>
            <a:endParaRPr/>
          </a:p>
        </p:txBody>
      </p:sp>
      <p:sp>
        <p:nvSpPr>
          <p:cNvPr id="914" name="Google Shape;914;p138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/>
          </a:bodyPr>
          <a:lstStyle/>
          <a:p>
            <a:pPr indent="-3257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>
                <a:solidFill>
                  <a:srgbClr val="C9EE1B"/>
                </a:solidFill>
              </a:rPr>
              <a:t>Early 20th century: First attempts at automated vehicles.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>
                <a:solidFill>
                  <a:srgbClr val="51874A"/>
                </a:solidFill>
              </a:rPr>
              <a:t>1980s: Autonomous navigation research begins.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000">
                <a:solidFill>
                  <a:srgbClr val="7E3628"/>
                </a:solidFill>
              </a:rPr>
              <a:t>21st century: Major advancements in AI and sensor technology.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000">
                <a:solidFill>
                  <a:srgbClr val="D52EF0"/>
                </a:solidFill>
              </a:rPr>
              <a:t>Current: Self-driving cars are being tested in limited areas.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>
                <a:solidFill>
                  <a:srgbClr val="387078"/>
                </a:solidFill>
              </a:rPr>
              <a:t>Future: Widespread adoption with improved safety and efficiency.</a:t>
            </a:r>
            <a:endParaRPr/>
          </a:p>
        </p:txBody>
      </p:sp>
      <p:pic>
        <p:nvPicPr>
          <p:cNvPr id="915" name="Google Shape;915;p13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