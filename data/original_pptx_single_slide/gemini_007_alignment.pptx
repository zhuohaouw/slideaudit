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2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0" name="Google Shape;160;p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1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Solar System Wonders 🪐✨</a:t>
            </a:r>
            <a:endParaRPr/>
          </a:p>
        </p:txBody>
      </p:sp>
      <p:sp>
        <p:nvSpPr>
          <p:cNvPr id="163" name="Google Shape;163;p31"/>
          <p:cNvSpPr txBox="1"/>
          <p:nvPr>
            <p:ph idx="1" type="body"/>
          </p:nvPr>
        </p:nvSpPr>
        <p:spPr>
          <a:xfrm>
            <a:off x="228609" y="1901937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Our solar system is home to 8 diverse planets.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Each planet has unique characteristics and features.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Sun is the center of our solar system and provides light and heat.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Moons, asteroids, and comets are also part of our solar system.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Studying our solar system helps us understand our place in the universe.</a:t>
            </a:r>
            <a:endParaRPr/>
          </a:p>
        </p:txBody>
      </p:sp>
      <p:pic>
        <p:nvPicPr>
          <p:cNvPr id="164" name="Google Shape;164;p3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