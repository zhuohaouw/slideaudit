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3" r:id="rId1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3" Type="http://schemas.openxmlformats.org/officeDocument/2006/relationships/slide" Target="slides/slide1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4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5" name="Google Shape;1145;p14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128.jpg"/></Relationships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72"/>
          <p:cNvSpPr txBox="1"/>
          <p:nvPr>
            <p:ph type="title"/>
          </p:nvPr>
        </p:nvSpPr>
        <p:spPr>
          <a:xfrm>
            <a:off x="228565" y="804679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Power of Pets 🐶🐱</a:t>
            </a:r>
            <a:endParaRPr/>
          </a:p>
        </p:txBody>
      </p:sp>
      <p:sp>
        <p:nvSpPr>
          <p:cNvPr id="1148" name="Google Shape;1148;p17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Pets can reduce stress, anxiety, and depression.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They can ease loneliness by providing companionship.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Pets encourage exercise and time outdoors.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Increase opportunities for socialization.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Having a pet can give purpose and routine.</a:t>
            </a:r>
            <a:endParaRPr/>
          </a:p>
        </p:txBody>
      </p:sp>
      <p:pic>
        <p:nvPicPr>
          <p:cNvPr id="1149" name="Google Shape;1149;p17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