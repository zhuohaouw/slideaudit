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8" r:id="rId5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8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8" name="Google Shape;488;p5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5.jpg"/></Relationships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7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Quantum Computing Applications</a:t>
            </a:r>
            <a:endParaRPr/>
          </a:p>
        </p:txBody>
      </p:sp>
      <p:sp>
        <p:nvSpPr>
          <p:cNvPr id="491" name="Google Shape;491;p77"/>
          <p:cNvSpPr txBox="1"/>
          <p:nvPr>
            <p:ph idx="1" type="body"/>
          </p:nvPr>
        </p:nvSpPr>
        <p:spPr>
          <a:xfrm>
            <a:off x="4773075" y="1820475"/>
            <a:ext cx="6874417" cy="4698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Drug Discovery: Simulate and analyze molecular interactions to accelerate drug discovery.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Materials Science: Design and discover new materials with enhanced properties.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Financial Modeling: Optimize investment portfolios and risk management strategies.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Artificial Intelligence: Advance machine learning algorithms and AI capabilities.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Cryptography: Break current encryption methods and develop new cryptographic protocols.</a:t>
            </a:r>
            <a:endParaRPr/>
          </a:p>
        </p:txBody>
      </p:sp>
      <p:pic>
        <p:nvPicPr>
          <p:cNvPr id="492" name="Google Shape;492;p7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