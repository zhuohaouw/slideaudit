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8" r:id="rId6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8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8" name="Google Shape;558;p6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1.jpg"/></Relationships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87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Famous Last Words</a:t>
            </a:r>
            <a:endParaRPr/>
          </a:p>
        </p:txBody>
      </p:sp>
      <p:sp>
        <p:nvSpPr>
          <p:cNvPr id="561" name="Google Shape;561;p87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0" lang="zh-CN" u="none">
                <a:latin typeface="Arial"/>
                <a:ea typeface="Arial"/>
                <a:cs typeface="Arial"/>
                <a:sym typeface="Arial"/>
              </a:rPr>
              <a:t>Marie Antoinette: "Pardon me sir, I did not mean to do it" - Misunderstanding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0" lang="zh-CN" u="none">
                <a:latin typeface="Arial"/>
                <a:ea typeface="Arial"/>
                <a:cs typeface="Arial"/>
                <a:sym typeface="Arial"/>
              </a:rPr>
              <a:t>Julius Caesar: "Et tu, Brute?" - Betrayal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0" lang="zh-CN" u="sng">
                <a:latin typeface="Times New Roman"/>
                <a:ea typeface="Times New Roman"/>
                <a:cs typeface="Times New Roman"/>
                <a:sym typeface="Times New Roman"/>
              </a:rPr>
              <a:t>Ludwig van Beethoven: "I shall hear in heaven" - Hope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0" lang="zh-CN" u="sng">
                <a:latin typeface="Verdana"/>
                <a:ea typeface="Verdana"/>
                <a:cs typeface="Verdana"/>
                <a:sym typeface="Verdana"/>
              </a:rPr>
              <a:t>Leonardo da Vinci: "I have offended God and mankind" - Regret</a:t>
            </a:r>
            <a:endParaRPr/>
          </a:p>
        </p:txBody>
      </p:sp>
      <p:pic>
        <p:nvPicPr>
          <p:cNvPr id="562" name="Google Shape;562;p8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