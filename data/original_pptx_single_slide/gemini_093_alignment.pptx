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8" r:id="rId9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8" Type="http://schemas.openxmlformats.org/officeDocument/2006/relationships/slide" Target="slides/slide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6" name="Google Shape;766;p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6.jpg"/></Relationships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17"/>
          <p:cNvSpPr txBox="1"/>
          <p:nvPr>
            <p:ph type="title"/>
          </p:nvPr>
        </p:nvSpPr>
        <p:spPr>
          <a:xfrm>
            <a:off x="0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Secret Codes &amp; Spycraft</a:t>
            </a:r>
            <a:endParaRPr/>
          </a:p>
        </p:txBody>
      </p:sp>
      <p:sp>
        <p:nvSpPr>
          <p:cNvPr id="769" name="Google Shape;769;p117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Steganography: Concealing messages within ordinary objects.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Invisible ink: Used for secret correspondence.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Codebooks: Contained ciphers for encoding and decoding messages.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Ciphers:  Algorithms for encrypting and decrypting information.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Dead drops: Secret locations for exchanging items or information.</a:t>
            </a:r>
            <a:endParaRPr/>
          </a:p>
        </p:txBody>
      </p:sp>
      <p:pic>
        <p:nvPicPr>
          <p:cNvPr id="770" name="Google Shape;770;p1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