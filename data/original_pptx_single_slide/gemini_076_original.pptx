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1" r:id="rId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1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31bfb8c82e_1_20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3.jpg"/></Relationships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Writing Systems</a:t>
            </a:r>
            <a:endParaRPr/>
          </a:p>
        </p:txBody>
      </p:sp>
      <p:sp>
        <p:nvSpPr>
          <p:cNvPr id="575" name="Google Shape;575;p100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Cuneiform: Developed in Mesopotamia, one of the earliest writing systems.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Hieroglyphics: Used in Ancient Egypt, a complex system of pictures and symbols.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Indus Script: Undeciphered script of the Indus Valley Civilization.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Chinese Writing: Logographic system, one of the oldest continuously used systems.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Mayan Glyphs: Advanced writing system of Mesoamerica.</a:t>
            </a:r>
            <a:endParaRPr/>
          </a:p>
        </p:txBody>
      </p:sp>
      <p:pic>
        <p:nvPicPr>
          <p:cNvPr id="576" name="Google Shape;576;p10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