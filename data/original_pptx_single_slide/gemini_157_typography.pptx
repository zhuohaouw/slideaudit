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2" r:id="rId1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2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0" name="Google Shape;1210;p1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42.jpg"/></Relationships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8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Evolution of Sports ⚽️🏹🏈⚾️🏀 🎾 🥍 🏏 🎯 🎿 🥊 🏂 🥋 🏋️‍♀️ 🚲 🏊‍♀️ 🚣‍♀️ 🏹 🏇 ⛹️‍♀️ ⚽️</a:t>
            </a:r>
            <a:endParaRPr/>
          </a:p>
        </p:txBody>
      </p:sp>
      <p:sp>
        <p:nvSpPr>
          <p:cNvPr id="1213" name="Google Shape;1213;p18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solidFill>
                  <a:srgbClr val="FF0685"/>
                </a:solidFill>
              </a:rPr>
              <a:t>Ancient Sports: Organized athletic competitions in ancient civilizations.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solidFill>
                  <a:srgbClr val="AD596B"/>
                </a:solidFill>
              </a:rPr>
              <a:t>Medieval Sports: Jousting, archery, and other combat-oriented activities.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solidFill>
                  <a:srgbClr val="C77908"/>
                </a:solidFill>
              </a:rPr>
              <a:t>Modern Sports: Increased organization, standardization, and professionalism.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solidFill>
                  <a:srgbClr val="16BC8D"/>
                </a:solidFill>
              </a:rPr>
              <a:t>Rise of Spectator Sports: Larger audiences, media coverage, and commercialization.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>
                <a:solidFill>
                  <a:srgbClr val="B4D0B1"/>
                </a:solidFill>
              </a:rPr>
              <a:t>Globalization of Sports: International competitions and cultural exchange.</a:t>
            </a:r>
            <a:endParaRPr/>
          </a:p>
        </p:txBody>
      </p:sp>
      <p:pic>
        <p:nvPicPr>
          <p:cNvPr id="1214" name="Google Shape;1214;p1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