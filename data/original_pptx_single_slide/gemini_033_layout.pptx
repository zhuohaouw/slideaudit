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jpg"/></Relationships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Deadliest Pandemics</a:t>
            </a:r>
            <a:endParaRPr/>
          </a:p>
        </p:txBody>
      </p:sp>
      <p:sp>
        <p:nvSpPr>
          <p:cNvPr id="343" name="Google Shape;343;p57"/>
          <p:cNvSpPr txBox="1"/>
          <p:nvPr>
            <p:ph idx="1" type="body"/>
          </p:nvPr>
        </p:nvSpPr>
        <p:spPr>
          <a:xfrm>
            <a:off x="508525" y="1883625"/>
            <a:ext cx="6334543" cy="449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Black Death (1346-1353): Killed 75-200 million people in Europe and Asia.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Spanish Flu (1918-1920): Infected 500 million people worldwide and resulted in 50 million deaths.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HIV/AIDS (1981-Present): 32 million deaths and 38 million people living with HIV globally.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COVID-19 (2019-Present): Over 6.8 million deaths worldwide, with long-term effects still unknown.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Pandemics cause widespread illness, death, economic disruption, and social instability.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highlight the importance of public health infrastructure and global cooperation.</a:t>
            </a:r>
            <a:endParaRPr/>
          </a:p>
        </p:txBody>
      </p:sp>
      <p:pic>
        <p:nvPicPr>
          <p:cNvPr id="344" name="Google Shape;344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