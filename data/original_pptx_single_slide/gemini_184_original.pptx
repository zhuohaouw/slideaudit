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9" r:id="rId18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9" Type="http://schemas.openxmlformats.org/officeDocument/2006/relationships/slide" Target="slides/slide18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g331bfb8c82e_1_478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4.xml"/><Relationship Id="rId3" Type="http://schemas.openxmlformats.org/officeDocument/2006/relationships/image" Target="../media/image174.jpg"/></Relationships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208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Extreme Sports: High Risk, High Reward</a:t>
            </a:r>
            <a:endParaRPr/>
          </a:p>
        </p:txBody>
      </p:sp>
      <p:sp>
        <p:nvSpPr>
          <p:cNvPr id="1217" name="Google Shape;1217;p208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62500" lnSpcReduction="10000"/>
          </a:bodyPr>
          <a:lstStyle/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BASE Jumping: Leaping from fixed objects with a parachute; risk of death is 43 times higher than skydiving.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Cave Diving: Exploring underwater caves; risk of death due to disorientation, equipment failure, or drowning.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Big Wave Surfing: Riding giant waves; risk of drowning, being crushed by the wave, or hitting reefs.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Ice Climbing: Scaling frozen waterfalls and cliffs; risk of falls, avalanches, and hypothermia.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Wingsuit Flying: Gliding through the air in a wingsuit; proximity flying is high risk due to potential for human error and equipment malfunction.</a:t>
            </a:r>
            <a:endParaRPr/>
          </a:p>
        </p:txBody>
      </p:sp>
      <p:pic>
        <p:nvPicPr>
          <p:cNvPr id="1218" name="Google Shape;1218;p208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