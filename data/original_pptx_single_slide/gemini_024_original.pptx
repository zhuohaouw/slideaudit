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9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31bfb8c82e_1_5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jpg"/></Relationships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Brain-Computer Interfaces 🧠🤖</a:t>
            </a:r>
            <a:endParaRPr/>
          </a:p>
        </p:txBody>
      </p:sp>
      <p:sp>
        <p:nvSpPr>
          <p:cNvPr id="256" name="Google Shape;256;p4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Brain-computer interfaces (BCIs) allow direct communication between the brain and external devices.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BCIs translate neural activity into commands for external devices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BCIs have many potential applications, including: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Prosthetics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Communication devices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Assistive technologies</a:t>
            </a:r>
            <a:endParaRPr/>
          </a:p>
        </p:txBody>
      </p:sp>
      <p:pic>
        <p:nvPicPr>
          <p:cNvPr id="257" name="Google Shape;257;p4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