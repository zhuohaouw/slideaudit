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2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jpg"/></Relationships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Memes: The DNA of Internet Culture 🧬</a:t>
            </a:r>
            <a:endParaRPr/>
          </a:p>
        </p:txBody>
      </p:sp>
      <p:sp>
        <p:nvSpPr>
          <p:cNvPr id="443" name="Google Shape;443;p71"/>
          <p:cNvSpPr txBox="1"/>
          <p:nvPr>
            <p:ph idx="1" type="body"/>
          </p:nvPr>
        </p:nvSpPr>
        <p:spPr>
          <a:xfrm>
            <a:off x="3918312" y="1243162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Memes: Digital content units carrying cultural ideas, often humorous.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internet memes include "Kilroy was here" and the Hampster Dance.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Memes spread rapidly through social media and online communities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Reflect shared experiences, shape online discourse, and drive social trends.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 and political campaigns</a:t>
            </a:r>
            <a:endParaRPr/>
          </a:p>
        </p:txBody>
      </p:sp>
      <p:pic>
        <p:nvPicPr>
          <p:cNvPr id="444" name="Google Shape;444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