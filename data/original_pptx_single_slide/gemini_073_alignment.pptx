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8" r:id="rId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8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8" name="Google Shape;628;p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7"/>
          <p:cNvSpPr txBox="1"/>
          <p:nvPr>
            <p:ph type="title"/>
          </p:nvPr>
        </p:nvSpPr>
        <p:spPr>
          <a:xfrm>
            <a:off x="6387000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 of the Olympic Games</a:t>
            </a:r>
            <a:endParaRPr/>
          </a:p>
        </p:txBody>
      </p:sp>
      <p:sp>
        <p:nvSpPr>
          <p:cNvPr id="631" name="Google Shape;631;p9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Olympics: Held every 4 years in Olympia, Greece, from 776 BC to 393 AD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Featured athletic competitions and religious ceremonies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Olympics: Revived in 1896 by Pierre de Coubertin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international peace and unity through sports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Olympics: Introduced in 1924 for winter sports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Paralympic Games: Started in 1960 for athletes with disabilities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Youth Olympic Games: Created in 1998 for young athletes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