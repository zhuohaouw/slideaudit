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2" r:id="rId18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2" Type="http://schemas.openxmlformats.org/officeDocument/2006/relationships/slide" Target="slides/slide1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17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1" name="Google Shape;1351;p1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149.jpg"/></Relationships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20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zh-CN" u="sng">
                <a:latin typeface="Arial"/>
                <a:ea typeface="Arial"/>
                <a:cs typeface="Arial"/>
                <a:sym typeface="Arial"/>
              </a:rPr>
              <a:t>SOAP AND HYGIENE EVOLUTION</a:t>
            </a:r>
            <a:endParaRPr/>
          </a:p>
        </p:txBody>
      </p:sp>
      <p:sp>
        <p:nvSpPr>
          <p:cNvPr id="1354" name="Google Shape;1354;p201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Civilizations: Basic soaps made from animal fats and ashes.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Middle Ages: Soapmaking guilds established, but soap remained a luxury item.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19th Century: Industrial Revolution led to mass soap production and improved hygiene.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20th Century: Soap became commonplace, leading to significant public health advancements.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Today: Soap and hygiene are essential for preventing disease and maintaining health.</a:t>
            </a:r>
            <a:endParaRPr/>
          </a:p>
        </p:txBody>
      </p:sp>
      <p:pic>
        <p:nvPicPr>
          <p:cNvPr id="1355" name="Google Shape;1355;p20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