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6" r:id="rId18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6" Type="http://schemas.openxmlformats.org/officeDocument/2006/relationships/slide" Target="slides/slide1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8" name="Google Shape;1378;p1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155.jpg"/></Relationships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205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9259"/>
              <a:buNone/>
            </a:pPr>
            <a:r>
              <a:rPr lang="zh-CN" sz="1200">
                <a:solidFill>
                  <a:srgbClr val="7FDE99"/>
                </a:solidFill>
              </a:rPr>
              <a:t>Famous Pirate Ships ☠️ ⛵</a:t>
            </a:r>
            <a:endParaRPr/>
          </a:p>
        </p:txBody>
      </p:sp>
      <p:sp>
        <p:nvSpPr>
          <p:cNvPr id="1381" name="Google Shape;1381;p205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Queen Anne's Revenge: Blackbeard's flagship, formerly a French slave ship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Whydah Gally: "Black Sam" Bellamy, captured slave ship turned pirate vessel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Fancy: Bartholomew Roberts', fast and heavily armed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Adventure Galley: William Kidd, large and powerful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Golden Hind: Sir Francis Drake, circumnavigated the globe</a:t>
            </a:r>
            <a:endParaRPr/>
          </a:p>
        </p:txBody>
      </p:sp>
      <p:pic>
        <p:nvPicPr>
          <p:cNvPr id="1382" name="Google Shape;1382;p20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