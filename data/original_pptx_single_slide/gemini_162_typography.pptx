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7" r:id="rId16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7" Type="http://schemas.openxmlformats.org/officeDocument/2006/relationships/slide" Target="slides/slide1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16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8" name="Google Shape;1248;p16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151.jpg"/></Relationships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86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Science of Blushing</a:t>
            </a:r>
            <a:endParaRPr/>
          </a:p>
        </p:txBody>
      </p:sp>
      <p:sp>
        <p:nvSpPr>
          <p:cNvPr id="1251" name="Google Shape;1251;p186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8BD34D"/>
                </a:solidFill>
              </a:rPr>
              <a:t>Blushing is an involuntary reaction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9A1C3A"/>
                </a:solidFill>
              </a:rPr>
              <a:t>Blood vessels in the face dilate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D4EBC6"/>
                </a:solidFill>
              </a:rPr>
              <a:t>This increases blood flow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297D91"/>
                </a:solidFill>
              </a:rPr>
              <a:t>Associated with emotions like embarrassment, shame, or shyness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65CA3C"/>
                </a:solidFill>
              </a:rPr>
              <a:t>Exact mechanism is unknown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94A957"/>
                </a:solidFill>
              </a:rPr>
              <a:t>Could be a way of showing submission or remorse</a:t>
            </a:r>
            <a:endParaRPr/>
          </a:p>
        </p:txBody>
      </p:sp>
      <p:pic>
        <p:nvPicPr>
          <p:cNvPr id="1252" name="Google Shape;1252;p18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