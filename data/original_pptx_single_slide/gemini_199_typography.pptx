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4" r:id="rId20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4" Type="http://schemas.openxmlformats.org/officeDocument/2006/relationships/slide" Target="slides/slide19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19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6" name="Google Shape;1506;p19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176.jpg"/></Relationships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223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1" lang="zh-CN" sz="4000" u="sng"/>
              <a:t>APRIL FOOL'S DAY PRANKS 🤪</a:t>
            </a:r>
            <a:endParaRPr/>
          </a:p>
        </p:txBody>
      </p:sp>
      <p:sp>
        <p:nvSpPr>
          <p:cNvPr id="1509" name="Google Shape;1509;p223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Origins are unknown but may be linked to the change from the Julian to Gregorian calendar.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1957: BBC Spaghetti Tree Harvest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1996: Taco Liberty Bell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1998: Left-Handed Day, Boston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2008: Flying Penguins, BBC</a:t>
            </a:r>
            <a:endParaRPr/>
          </a:p>
        </p:txBody>
      </p:sp>
      <p:pic>
        <p:nvPicPr>
          <p:cNvPr id="1510" name="Google Shape;1510;p22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