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31bfb8c82e_1_9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jpg"/></Relationships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Space Travel Innovations 🛸🚀✨</a:t>
            </a:r>
            <a:endParaRPr/>
          </a:p>
        </p:txBody>
      </p:sp>
      <p:sp>
        <p:nvSpPr>
          <p:cNvPr id="327" name="Google Shape;327;p6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Reusable Rockets: Reduced cost and increased accessibility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Advanced Propulsion: Ion drives, solar sails for faster and farther travel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Habitats: Inflatable modules, 3D printed structures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Resource Utilization: Mining asteroids and the Moon for materials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Tourism: Commercial spaceflight for research and leisure</a:t>
            </a:r>
            <a:endParaRPr/>
          </a:p>
        </p:txBody>
      </p:sp>
      <p:pic>
        <p:nvPicPr>
          <p:cNvPr id="328" name="Google Shape;328;p6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