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0" r:id="rId19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0" Type="http://schemas.openxmlformats.org/officeDocument/2006/relationships/slide" Target="slides/slide18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18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5" name="Google Shape;1405;p18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158.jpg"/></Relationships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20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Caffeine's Effects: Brain &amp; Body</a:t>
            </a:r>
            <a:endParaRPr/>
          </a:p>
        </p:txBody>
      </p:sp>
      <p:sp>
        <p:nvSpPr>
          <p:cNvPr id="1408" name="Google Shape;1408;p20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Stimulates the central nervous system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Increases alertness and wakefulness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Can improve mood and cognitive function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May cause anxiety, jitters, and insomnia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High doses can lead to serious health problems</a:t>
            </a:r>
            <a:endParaRPr/>
          </a:p>
        </p:txBody>
      </p:sp>
      <p:pic>
        <p:nvPicPr>
          <p:cNvPr id="1409" name="Google Shape;1409;p20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