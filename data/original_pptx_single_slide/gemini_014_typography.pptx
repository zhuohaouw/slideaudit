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Medical Advancements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/>
              <a:t>Vaccines and Immunization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/>
              <a:t>Antibiotics and Antivirals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/>
              <a:t>Imaging and Diagnostics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sng"/>
              <a:t>SURGICAL TECHNIQUES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/>
              <a:t>Organ Transplantation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/>
              <a:t>PROSTHETICS AND MEDICAL DEVICES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sng"/>
              <a:t>Gene Therapy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