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1bfb8c82e_1_1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Artificial Intelligence: Friend or Foe?</a:t>
            </a:r>
            <a:endParaRPr/>
          </a:p>
        </p:txBody>
      </p:sp>
      <p:sp>
        <p:nvSpPr>
          <p:cNvPr id="168" name="Google Shape;168;p3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Artificial intelligence (AI) is the simulation of human intelligence processes by machines.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AI systems can learn, reason, problem-solve, and even perceive their environment.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AI is already transforming many industries, from healthcare to finance.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Despite its potential, AI raises ethical concerns around job displacement and bias.</a:t>
            </a:r>
            <a:endParaRPr/>
          </a:p>
        </p:txBody>
      </p:sp>
      <p:pic>
        <p:nvPicPr>
          <p:cNvPr id="169" name="Google Shape;169;p3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