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3" r:id="rId1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3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p1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/Relationships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32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sp>
        <p:nvSpPr>
          <p:cNvPr id="874" name="Google Shape;874;p132"/>
          <p:cNvSpPr txBox="1"/>
          <p:nvPr>
            <p:ph type="title"/>
          </p:nvPr>
        </p:nvSpPr>
        <p:spPr>
          <a:xfrm>
            <a:off x="384096" y="384065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Communication 🗣️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