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5" r:id="rId1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5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4" name="Google Shape;1234;p1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40.jpg"/></Relationships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8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Lie Detectors: Truth or Myth?</a:t>
            </a:r>
            <a:endParaRPr/>
          </a:p>
        </p:txBody>
      </p:sp>
      <p:sp>
        <p:nvSpPr>
          <p:cNvPr id="1237" name="Google Shape;1237;p184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01A38F"/>
                </a:solidFill>
                <a:latin typeface="Arial"/>
                <a:ea typeface="Arial"/>
                <a:cs typeface="Arial"/>
                <a:sym typeface="Arial"/>
              </a:rPr>
              <a:t>Polygraphs measure physiological changes like heart rate, blood pressure, and skin conductivity.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AECE9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Assumption: Deception triggers physiological changes.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09FAA"/>
                </a:solidFill>
                <a:latin typeface="Arial"/>
                <a:ea typeface="Arial"/>
                <a:cs typeface="Arial"/>
                <a:sym typeface="Arial"/>
              </a:rPr>
              <a:t>Results are subjective and influenced by factors like anxiety, medication, and countermeasures.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86F362"/>
                </a:solidFill>
                <a:latin typeface="Arial"/>
                <a:ea typeface="Arial"/>
                <a:cs typeface="Arial"/>
                <a:sym typeface="Arial"/>
              </a:rPr>
              <a:t>Accuracy rates are debated, but generally considered unreliable for legal purposes.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6C0E2B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be useful in investigations but not as conclusive evidence.</a:t>
            </a:r>
            <a:endParaRPr/>
          </a:p>
        </p:txBody>
      </p:sp>
      <p:pic>
        <p:nvPicPr>
          <p:cNvPr id="1238" name="Google Shape;1238;p1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