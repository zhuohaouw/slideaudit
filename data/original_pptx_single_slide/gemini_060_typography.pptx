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5" r:id="rId6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5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7" name="Google Shape;537;p6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5.jpg"/></Relationships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8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11111"/>
              <a:buNone/>
            </a:pPr>
            <a:r>
              <a:rPr lang="zh-CN" sz="1000"/>
              <a:t>Energy Storage Solutions 🔋 ☀️ 💡</a:t>
            </a:r>
            <a:endParaRPr/>
          </a:p>
        </p:txBody>
      </p:sp>
      <p:sp>
        <p:nvSpPr>
          <p:cNvPr id="540" name="Google Shape;540;p8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Batteries: Store electricity for later use.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Pumped Hydro: Stores energy using water and gravity.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Compressed Air: Stores energy by compressing air in underground reservoirs.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Flywheels: Store energy mechanically through rotation.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Thermal Energy Storage: Stores heat or cold for later use.</a:t>
            </a:r>
            <a:endParaRPr/>
          </a:p>
        </p:txBody>
      </p:sp>
      <p:pic>
        <p:nvPicPr>
          <p:cNvPr id="541" name="Google Shape;541;p8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