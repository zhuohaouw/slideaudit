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5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06" r:id="rId15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56" Type="http://schemas.openxmlformats.org/officeDocument/2006/relationships/slide" Target="slides/slide1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15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6" name="Google Shape;1166;p15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/Relationships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175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>
                <a:latin typeface="Verdana"/>
                <a:ea typeface="Verdana"/>
                <a:cs typeface="Verdana"/>
                <a:sym typeface="Verdana"/>
              </a:rPr>
              <a:t>The Psychology of Motivation</a:t>
            </a:r>
            <a:endParaRPr/>
          </a:p>
        </p:txBody>
      </p:sp>
      <p:sp>
        <p:nvSpPr>
          <p:cNvPr id="1169" name="Google Shape;1169;p175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Motivation: Driven by desire to achieve goals and fueled by positive reinforcement.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Intrinsic Motivation: Comes from within, driven by personal satisfaction.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Extrinsic Motivation: Comes from external factors like rewards.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Productivity: Requires consistent effort and effective strategies.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Goal Setting: Break tasks down into smaller, achievable goals.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Time Management: Prioritize tasks and avoid procrastination.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Positive Reinforcement: Reward accomplishments to maintain motivation.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