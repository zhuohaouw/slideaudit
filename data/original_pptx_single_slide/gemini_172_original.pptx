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7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27" r:id="rId17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7" Type="http://schemas.openxmlformats.org/officeDocument/2006/relationships/slide" Target="slides/slide17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331bfb8c82e_1_449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2.xml"/><Relationship Id="rId3" Type="http://schemas.openxmlformats.org/officeDocument/2006/relationships/image" Target="../media/image147.jpg"/></Relationships>
</file>

<file path=ppt/slides/slide1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196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Animal Time Perception</a:t>
            </a:r>
            <a:endParaRPr/>
          </a:p>
        </p:txBody>
      </p:sp>
      <p:sp>
        <p:nvSpPr>
          <p:cNvPr id="1148" name="Google Shape;1148;p196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Animals experience time differently than humans.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Smaller animals with faster metabolisms, like birds and squirrels, experience time more slowly.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Larger animals with slower metabolisms, like whales and elephants, experience time more quickly.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This affects how they perceive motion, react to stimuli, and age.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Understanding this helps scientists interpret animal behavior and physiology.</a:t>
            </a:r>
            <a:endParaRPr/>
          </a:p>
        </p:txBody>
      </p:sp>
      <p:pic>
        <p:nvPicPr>
          <p:cNvPr id="1149" name="Google Shape;1149;p196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