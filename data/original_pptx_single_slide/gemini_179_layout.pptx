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4" r:id="rId1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4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5" name="Google Shape;1365;p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64.jpg"/></Relationships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0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Fingerprints 101</a:t>
            </a:r>
            <a:endParaRPr/>
          </a:p>
        </p:txBody>
      </p:sp>
      <p:sp>
        <p:nvSpPr>
          <p:cNvPr id="1368" name="Google Shape;1368;p20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Friction ridges begin forming in the 10th week of pregnancy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Influenced by genetics, amniotic fluid, and umbilical cord length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Unique patterns of loops, arches, and whorls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Even identical twins have different fingerprints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Used for identification for over a century</a:t>
            </a:r>
            <a:endParaRPr/>
          </a:p>
        </p:txBody>
      </p:sp>
      <p:pic>
        <p:nvPicPr>
          <p:cNvPr id="1369" name="Google Shape;1369;p2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274331" cy="327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