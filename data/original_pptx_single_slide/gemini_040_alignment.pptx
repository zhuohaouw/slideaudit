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jpg"/></Relationships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Blockchain in Healthcare</a:t>
            </a:r>
            <a:endParaRPr/>
          </a:p>
        </p:txBody>
      </p:sp>
      <p:sp>
        <p:nvSpPr>
          <p:cNvPr id="391" name="Google Shape;391;p64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Securely shares patient data between healthcare providers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transparency and traceability of drug supply chain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Automates payments and claims processing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Improves clinical trial data management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Manages consent and identity for patient data</a:t>
            </a:r>
            <a:endParaRPr/>
          </a:p>
        </p:txBody>
      </p:sp>
      <p:pic>
        <p:nvPicPr>
          <p:cNvPr id="392" name="Google Shape;392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60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