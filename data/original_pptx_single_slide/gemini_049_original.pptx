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4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31bfb8c82e_1_12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jpg"/></Relationships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3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Natural Language Processing (NLP)</a:t>
            </a:r>
            <a:endParaRPr/>
          </a:p>
        </p:txBody>
      </p:sp>
      <p:sp>
        <p:nvSpPr>
          <p:cNvPr id="408" name="Google Shape;408;p73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Teaches computers to understand and interpret human language</a:t>
            </a:r>
            <a:endParaRPr/>
          </a:p>
        </p:txBody>
      </p:sp>
      <p:sp>
        <p:nvSpPr>
          <p:cNvPr id="409" name="Google Shape;409;p73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Uses techniques like tokenization, parsing, and sentiment analysis</a:t>
            </a:r>
            <a:endParaRPr/>
          </a:p>
        </p:txBody>
      </p:sp>
      <p:sp>
        <p:nvSpPr>
          <p:cNvPr id="410" name="Google Shape;410;p73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Applications include chatbots, language translation, and text summarization</a:t>
            </a:r>
            <a:endParaRPr/>
          </a:p>
        </p:txBody>
      </p:sp>
      <p:sp>
        <p:nvSpPr>
          <p:cNvPr id="411" name="Google Shape;411;p73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Essential for human-computer interaction and understanding</a:t>
            </a:r>
            <a:endParaRPr/>
          </a:p>
        </p:txBody>
      </p:sp>
      <p:pic>
        <p:nvPicPr>
          <p:cNvPr id="412" name="Google Shape;412;p7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