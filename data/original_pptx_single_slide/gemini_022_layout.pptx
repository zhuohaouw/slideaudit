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7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jpg"/></Relationships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6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Why Not Both?</a:t>
            </a:r>
            <a:endParaRPr/>
          </a:p>
        </p:txBody>
      </p:sp>
      <p:sp>
        <p:nvSpPr>
          <p:cNvPr id="266" name="Google Shape;266;p46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universe is vast and old, with billions of potentially habitable planets.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probability of extraterrestrial life seems high.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Where is everybody?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contradiction is known as the Fermi Paradox,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Fermi Paradox has sparked numerous hypotheses and scientific inquiries.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lack of a definitive answer makes it one of science's greatest unsolved mysteries.</a:t>
            </a:r>
            <a:endParaRPr/>
          </a:p>
        </p:txBody>
      </p:sp>
      <p:pic>
        <p:nvPicPr>
          <p:cNvPr id="267" name="Google Shape;267;p4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4212681" cy="4212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