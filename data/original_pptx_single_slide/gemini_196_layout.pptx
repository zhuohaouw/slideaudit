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1" r:id="rId2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1" Type="http://schemas.openxmlformats.org/officeDocument/2006/relationships/slide" Target="slides/slide1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2" name="Google Shape;1482;p1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74.jpg"/></Relationships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220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Importance of Sleep</a:t>
            </a:r>
            <a:endParaRPr/>
          </a:p>
        </p:txBody>
      </p:sp>
      <p:sp>
        <p:nvSpPr>
          <p:cNvPr id="1485" name="Google Shape;1485;p220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Sleep allows our body and mind to recharge</a:t>
            </a:r>
            <a:endParaRPr/>
          </a:p>
        </p:txBody>
      </p:sp>
      <p:sp>
        <p:nvSpPr>
          <p:cNvPr id="1486" name="Google Shape;1486;p220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Sleep deprivation can lead to poor concentration and mood swings</a:t>
            </a:r>
            <a:endParaRPr/>
          </a:p>
        </p:txBody>
      </p:sp>
      <p:sp>
        <p:nvSpPr>
          <p:cNvPr id="1487" name="Google Shape;1487;p220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Lack of sleep is linked to serious health problems, including heart disease and diabetes</a:t>
            </a:r>
            <a:endParaRPr/>
          </a:p>
        </p:txBody>
      </p:sp>
      <p:sp>
        <p:nvSpPr>
          <p:cNvPr id="1488" name="Google Shape;1488;p220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Getting enough sleep is essential for overall health and well-being</a:t>
            </a:r>
            <a:endParaRPr/>
          </a:p>
        </p:txBody>
      </p:sp>
      <p:pic>
        <p:nvPicPr>
          <p:cNvPr id="1489" name="Google Shape;1489;p2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