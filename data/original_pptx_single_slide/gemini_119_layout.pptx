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4" r:id="rId1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4" Type="http://schemas.openxmlformats.org/officeDocument/2006/relationships/slide" Target="slides/slide1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6" name="Google Shape;946;p1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09.jpg"/></Relationships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43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Economic Impact of Tourism</a:t>
            </a:r>
            <a:endParaRPr/>
          </a:p>
        </p:txBody>
      </p:sp>
      <p:sp>
        <p:nvSpPr>
          <p:cNvPr id="949" name="Google Shape;949;p143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Tourism boosts local economies through job creation and increased revenue.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demand for local goods, services, and infrastructure development.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Popular destinations can become overly reliant on tourism revenue.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Economic downturns and external events (e.g. pandemics) can severely impact tourism-dependent economies.</a:t>
            </a:r>
            <a:endParaRPr/>
          </a:p>
        </p:txBody>
      </p:sp>
      <p:pic>
        <p:nvPicPr>
          <p:cNvPr id="950" name="Google Shape;950;p1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