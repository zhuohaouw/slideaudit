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5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10" r:id="rId6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0" Type="http://schemas.openxmlformats.org/officeDocument/2006/relationships/slide" Target="slides/slide5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2" name="Google Shape;502;p5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42.jpg"/></Relationships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7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Caffeine's Effects: Brain &amp; Body</a:t>
            </a:r>
            <a:endParaRPr/>
          </a:p>
        </p:txBody>
      </p:sp>
      <p:sp>
        <p:nvSpPr>
          <p:cNvPr id="505" name="Google Shape;505;p7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Stimulates the central nervous system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Increases alertness and wakefulness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Can improve mood and cognitive function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May cause anxiety, jitters, and insomnia in some individuals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High doses can lead to serious health problems</a:t>
            </a:r>
            <a:endParaRPr/>
          </a:p>
        </p:txBody>
      </p:sp>
      <p:pic>
        <p:nvPicPr>
          <p:cNvPr id="506" name="Google Shape;506;p7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7157" y="475471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