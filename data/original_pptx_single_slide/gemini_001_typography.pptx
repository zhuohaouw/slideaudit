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u="sng"/>
              <a:t>SCHRÖDINGER'S CAT EXPLAINED</a:t>
            </a:r>
            <a:endParaRPr/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Schrödinger's cat is a thought experiment illustrating the paradox of quantum superposition.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 cat is placed in a sealed box with a radioactive source and a poison that will be released if an atom decays.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According to quantum mechanics, the cat is both alive and dead until the box is opened and observed.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act of observation collapses the superposition into a single state.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thought experiment highlights the counterintuitive nature of quantum mechanics.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cat's fate is not determined until the box is opened.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paradox challenges our understanding of reality.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