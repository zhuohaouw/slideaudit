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5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0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05" r:id="rId5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55" Type="http://schemas.openxmlformats.org/officeDocument/2006/relationships/slide" Target="slides/slide5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50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64" name="Google Shape;464;p50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43.jpg"/></Relationships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74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Behind Déjà Vu</a:t>
            </a:r>
            <a:endParaRPr/>
          </a:p>
        </p:txBody>
      </p:sp>
      <p:sp>
        <p:nvSpPr>
          <p:cNvPr id="467" name="Google Shape;467;p74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2500" lnSpcReduction="20000"/>
          </a:bodyPr>
          <a:lstStyle/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ACAF9C"/>
                </a:solidFill>
                <a:latin typeface="Arial"/>
                <a:ea typeface="Arial"/>
                <a:cs typeface="Arial"/>
                <a:sym typeface="Arial"/>
              </a:rPr>
              <a:t>Déjà vu: feeling of familiarity in a new situation.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6F0C75"/>
                </a:solidFill>
                <a:latin typeface="Comic Sans MS"/>
                <a:ea typeface="Comic Sans MS"/>
                <a:cs typeface="Comic Sans MS"/>
                <a:sym typeface="Comic Sans MS"/>
              </a:rPr>
              <a:t>Theories: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870E5D"/>
                </a:solidFill>
                <a:latin typeface="Verdana"/>
                <a:ea typeface="Verdana"/>
                <a:cs typeface="Verdana"/>
                <a:sym typeface="Verdana"/>
              </a:rPr>
              <a:t>Dual Processing: slight delay in neural pathways creates illusion of familiarity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201F7F"/>
                </a:solidFill>
                <a:latin typeface="Courier New"/>
                <a:ea typeface="Courier New"/>
                <a:cs typeface="Courier New"/>
                <a:sym typeface="Courier New"/>
              </a:rPr>
              <a:t>Prior Unconscious Experience: similar past experience, but not consciously remembered.</a:t>
            </a:r>
            <a:endParaRPr/>
          </a:p>
          <a:p>
            <a:pPr indent="-33432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>
                <a:solidFill>
                  <a:srgbClr val="604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Neurological Disorder: linked to epilepsy</a:t>
            </a:r>
            <a:endParaRPr/>
          </a:p>
        </p:txBody>
      </p:sp>
      <p:pic>
        <p:nvPicPr>
          <p:cNvPr id="468" name="Google Shape;468;p74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