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4" r:id="rId1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4" Type="http://schemas.openxmlformats.org/officeDocument/2006/relationships/slide" Target="slides/slide1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31bfb8c82e_1_49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81.jpg"/></Relationships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21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Graffiti: Art or Vandalism?</a:t>
            </a:r>
            <a:endParaRPr/>
          </a:p>
        </p:txBody>
      </p:sp>
      <p:sp>
        <p:nvSpPr>
          <p:cNvPr id="1247" name="Google Shape;1247;p21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Graffiti's origins date back to ancient times, with examples found in ancient Greece and Rome.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graffiti emerged in the 1960s and 70s in New York City.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a form of self-expression and social commentary.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has been both praised as art and condemned as vandalism.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Graffiti has impacted advertising, fashion, and other aspects of popular culture.</a:t>
            </a:r>
            <a:endParaRPr/>
          </a:p>
        </p:txBody>
      </p:sp>
      <p:pic>
        <p:nvPicPr>
          <p:cNvPr id="1248" name="Google Shape;1248;p21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