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31bfb8c82e_1_11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jpg"/></Relationships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Jobs That Actually Exist</a:t>
            </a:r>
            <a:endParaRPr/>
          </a:p>
        </p:txBody>
      </p:sp>
      <p:sp>
        <p:nvSpPr>
          <p:cNvPr id="378" name="Google Shape;378;p6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 Food Taster 🐶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Golf Ball Diver 🏌️‍♀️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Professional Snuggler 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Fortune Cookie Writer 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Odor Judge (Deodorant Tester) 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 Pusher 🚃</a:t>
            </a:r>
            <a:endParaRPr/>
          </a:p>
        </p:txBody>
      </p:sp>
      <p:pic>
        <p:nvPicPr>
          <p:cNvPr id="379" name="Google Shape;379;p6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