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4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00" r:id="rId15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50" Type="http://schemas.openxmlformats.org/officeDocument/2006/relationships/slide" Target="slides/slide1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14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5" name="Google Shape;1125;p14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169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Ancient Timekeeping</a:t>
            </a:r>
            <a:endParaRPr/>
          </a:p>
        </p:txBody>
      </p:sp>
      <p:sp>
        <p:nvSpPr>
          <p:cNvPr id="1128" name="Google Shape;1128;p169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Sundials: Tracked the sun's position to tell the time of day.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Water Clocks: Measured time by the flow of water from one container to another.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Sand Timers: Measured a specific duration of time with sand falling through a narrow opening.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Astronomical Observations: Tracked celestial bodies to predict seasons and events.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Candles &amp; Incense: Marked time with consistent burn rates.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Obelisks: Shadows cast helped measure time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Water clocks were used in Egypt as far back as 1500 BC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