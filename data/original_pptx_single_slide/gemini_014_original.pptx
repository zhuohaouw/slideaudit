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31bfb8c82e_1_33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Medical Advancements</a:t>
            </a:r>
            <a:endParaRPr/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Vaccines and Immunization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Antibiotics and Antivirals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Imaging and Diagnostics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Surgical Techniques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Organ Transplantation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Prosthetics and Medical Devices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Gene Therapy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