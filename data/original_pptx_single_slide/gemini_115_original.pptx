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0" r:id="rId1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0" Type="http://schemas.openxmlformats.org/officeDocument/2006/relationships/slide" Target="slides/slide1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31bfb8c82e_1_302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100.jpg"/></Relationships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39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Animal Camouflage</a:t>
            </a:r>
            <a:endParaRPr/>
          </a:p>
        </p:txBody>
      </p:sp>
      <p:sp>
        <p:nvSpPr>
          <p:cNvPr id="806" name="Google Shape;806;p139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Camouflage: Allows animals to blend in with their surroundings.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for both predation and protection.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Methods: Color matching, disruptive coloration, self-decoration.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Examples: Chameleons change colors, tigers have stripes to blend in with tall grass, octopi use ink to obscure themselves</a:t>
            </a:r>
            <a:endParaRPr/>
          </a:p>
        </p:txBody>
      </p:sp>
      <p:pic>
        <p:nvPicPr>
          <p:cNvPr id="807" name="Google Shape;807;p139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