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5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5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09" r:id="rId15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59" Type="http://schemas.openxmlformats.org/officeDocument/2006/relationships/slide" Target="slides/slide15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g331bfb8c82e_1_401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4.xml"/><Relationship Id="rId3" Type="http://schemas.openxmlformats.org/officeDocument/2006/relationships/image" Target="../media/image133.jpg"/></Relationships>
</file>

<file path=ppt/slides/slide1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178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Common Sleep Disorders</a:t>
            </a:r>
            <a:endParaRPr/>
          </a:p>
        </p:txBody>
      </p:sp>
      <p:sp>
        <p:nvSpPr>
          <p:cNvPr id="1038" name="Google Shape;1038;p178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85000" lnSpcReduction="1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Insomnia - Difficulty falling or staying asleep.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Sleep Apnea - Breathing repeatedly stops and starts during sleep.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Restless Legs Syndrome - Urge to move legs while resting.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Narcolepsy - Excessive daytime sleepiness.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Effects: Daytime fatigue, irritability, impaired concentration, increased health risks.</a:t>
            </a:r>
            <a:endParaRPr/>
          </a:p>
        </p:txBody>
      </p:sp>
      <p:pic>
        <p:nvPicPr>
          <p:cNvPr id="1039" name="Google Shape;1039;p178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