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6" r:id="rId17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6" Type="http://schemas.openxmlformats.org/officeDocument/2006/relationships/slide" Target="slides/slide1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7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0" name="Google Shape;1310;p17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166.jpg"/></Relationships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195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Famous Unsolved Treasure Mysteries</a:t>
            </a:r>
            <a:endParaRPr/>
          </a:p>
        </p:txBody>
      </p:sp>
      <p:sp>
        <p:nvSpPr>
          <p:cNvPr id="1313" name="Google Shape;1313;p195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Verdana"/>
                <a:ea typeface="Verdana"/>
                <a:cs typeface="Verdana"/>
                <a:sym typeface="Verdana"/>
              </a:rPr>
              <a:t>The Beale Ciphers (1885)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The Oak Island Money Pit (1795)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Lima's Lost Treasure ($60 Million)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Verdana"/>
                <a:ea typeface="Verdana"/>
                <a:cs typeface="Verdana"/>
                <a:sym typeface="Verdana"/>
              </a:rPr>
              <a:t>The Lost Fabergé Eggs (1917)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Verdana"/>
                <a:ea typeface="Verdana"/>
                <a:cs typeface="Verdana"/>
                <a:sym typeface="Verdana"/>
              </a:rPr>
              <a:t>Forrest Fenn's Treasure ($1-3 Million)</a:t>
            </a:r>
            <a:endParaRPr/>
          </a:p>
        </p:txBody>
      </p:sp>
      <p:pic>
        <p:nvPicPr>
          <p:cNvPr id="1314" name="Google Shape;1314;p19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