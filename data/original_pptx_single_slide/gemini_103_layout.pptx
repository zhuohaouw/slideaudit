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8" r:id="rId10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8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6" name="Google Shape;836;p1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02.jpg"/></Relationships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27"/>
          <p:cNvSpPr txBox="1"/>
          <p:nvPr>
            <p:ph type="title"/>
          </p:nvPr>
        </p:nvSpPr>
        <p:spPr>
          <a:xfrm>
            <a:off x="228600" y="228600"/>
            <a:ext cx="5266406" cy="1245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World's Unusual Traditions</a:t>
            </a:r>
            <a:endParaRPr/>
          </a:p>
        </p:txBody>
      </p:sp>
      <p:sp>
        <p:nvSpPr>
          <p:cNvPr id="839" name="Google Shape;839;p12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 Tomatina, Spain: Annual tomato fight celebrating the end of summer.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Cheese Rolling, England: Participants chase a wheel of cheese down a hill.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El Colacho, Spain: Babies are jumped over to cleanse them of original sin.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Monkey Buffet Festival, Thailand: Monkeys are offered a feast to bring luck.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Day of the Dead, Mexico: Celebrates deceased loved ones with food and festivities.</a:t>
            </a:r>
            <a:endParaRPr/>
          </a:p>
        </p:txBody>
      </p:sp>
      <p:pic>
        <p:nvPicPr>
          <p:cNvPr id="840" name="Google Shape;840;p1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