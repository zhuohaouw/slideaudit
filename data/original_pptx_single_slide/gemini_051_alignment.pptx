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6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5.jpg"/></Relationships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Dangerous Destinations ⚠️</a:t>
            </a:r>
            <a:endParaRPr/>
          </a:p>
        </p:txBody>
      </p:sp>
      <p:sp>
        <p:nvSpPr>
          <p:cNvPr id="474" name="Google Shape;474;p7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Death Valley, USA: Extreme heat and arid conditions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Snake Island, Brazil: Home to thousands of venomous snakes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Danakil Depression, Ethiopia: Volcanic activity and toxic gases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Oymyakon, Russia: Extreme sub-zero temperatures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Lake Natron, Tanzania: Caustic waters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North Sentinel Island, India: Inhospitable and unwelcoming inhabitants</a:t>
            </a:r>
            <a:endParaRPr/>
          </a:p>
        </p:txBody>
      </p:sp>
      <p:pic>
        <p:nvPicPr>
          <p:cNvPr id="475" name="Google Shape;475;p7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