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9" r:id="rId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9" Type="http://schemas.openxmlformats.org/officeDocument/2006/relationships/slide" Target="slides/slide9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31bfb8c82e_1_24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9.jpg"/></Relationships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Video Game Graphics 🕹️</a:t>
            </a:r>
            <a:endParaRPr/>
          </a:p>
        </p:txBody>
      </p:sp>
      <p:sp>
        <p:nvSpPr>
          <p:cNvPr id="682" name="Google Shape;682;p1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1980s: Pixelated graphics, limited color palettes, simple shapes.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1990s: 3D graphics emerge, increased realism, smoother animations.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2000s: More detailed textures, advanced lighting, realistic physics.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2010s: High-definition graphics, lifelike visuals, immersive environments.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Today: Ray tracing, photorealistic graphics, AI-enhanced visuals.</a:t>
            </a:r>
            <a:endParaRPr/>
          </a:p>
        </p:txBody>
      </p:sp>
      <p:pic>
        <p:nvPicPr>
          <p:cNvPr id="683" name="Google Shape;683;p11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