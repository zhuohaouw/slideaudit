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5" r:id="rId1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5" Type="http://schemas.openxmlformats.org/officeDocument/2006/relationships/slide" Target="slides/slide1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31bfb8c82e_1_339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25.jpg"/></Relationships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54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Evolution of Language 🗣️</a:t>
            </a:r>
            <a:endParaRPr/>
          </a:p>
        </p:txBody>
      </p:sp>
      <p:sp>
        <p:nvSpPr>
          <p:cNvPr id="895" name="Google Shape;895;p154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Origins in primate communication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Development of symbolic communication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Emergence of grammar and syntax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Writing systems and literacy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Language's role in cultural evolution</a:t>
            </a:r>
            <a:endParaRPr/>
          </a:p>
        </p:txBody>
      </p:sp>
      <p:pic>
        <p:nvPicPr>
          <p:cNvPr id="896" name="Google Shape;896;p15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