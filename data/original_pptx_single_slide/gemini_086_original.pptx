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1" r:id="rId9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1" Type="http://schemas.openxmlformats.org/officeDocument/2006/relationships/slide" Target="slides/slide8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31bfb8c82e_1_227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77.jpg"/></Relationships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10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History of Timekeeping 🕰️</a:t>
            </a:r>
            <a:endParaRPr/>
          </a:p>
        </p:txBody>
      </p:sp>
      <p:sp>
        <p:nvSpPr>
          <p:cNvPr id="634" name="Google Shape;634;p110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Early humans: observed natural cycles (sun, moon, seasons).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Sundials: tracked sun's shadow for daytime hours.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Water clocks: measured flow of water to mark time.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Hourglasses: used sand to measure set durations.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Mechanical clocks: revolutionized timekeeping with gears and pendulums.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Atomic clocks: most accurate timekeeping, based on atomic vibrations.</a:t>
            </a:r>
            <a:endParaRPr/>
          </a:p>
        </p:txBody>
      </p:sp>
      <p:pic>
        <p:nvPicPr>
          <p:cNvPr id="635" name="Google Shape;635;p110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