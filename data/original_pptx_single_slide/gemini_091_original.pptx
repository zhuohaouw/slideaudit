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6" r:id="rId9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6" Type="http://schemas.openxmlformats.org/officeDocument/2006/relationships/slide" Target="slides/slide9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31bfb8c82e_1_240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91.jpg"/></Relationships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15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Vampires: Folklore to Pop Culture</a:t>
            </a:r>
            <a:endParaRPr/>
          </a:p>
        </p:txBody>
      </p:sp>
      <p:sp>
        <p:nvSpPr>
          <p:cNvPr id="664" name="Google Shape;664;p115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Folklore: Vampires are undead beings who feed on the blood of the living.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Origins: Stem from ancient folklore and superstition.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Depictions: Often monstrous and grotesque creatures.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Bram Stoker's Dracula: Popularized the modern image of the vampire as a charming, sophisticated predator.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20th and 21st Century: Countless books, films, and TV shows feature vampires, often romanticized or sympathetic.</a:t>
            </a:r>
            <a:endParaRPr/>
          </a:p>
        </p:txBody>
      </p:sp>
      <p:pic>
        <p:nvPicPr>
          <p:cNvPr id="665" name="Google Shape;665;p11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