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74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4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2" name="Google Shape;242;p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jpg"/></Relationships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3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Animal Communication 🗣️</a:t>
            </a:r>
            <a:endParaRPr/>
          </a:p>
        </p:txBody>
      </p:sp>
      <p:sp>
        <p:nvSpPr>
          <p:cNvPr id="245" name="Google Shape;245;p43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600">
                <a:latin typeface="Comic Sans MS"/>
                <a:ea typeface="Comic Sans MS"/>
                <a:cs typeface="Comic Sans MS"/>
                <a:sym typeface="Comic Sans MS"/>
              </a:rPr>
              <a:t>Animals use various methods to communicate with each other.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000">
                <a:latin typeface="Times New Roman"/>
                <a:ea typeface="Times New Roman"/>
                <a:cs typeface="Times New Roman"/>
                <a:sym typeface="Times New Roman"/>
              </a:rPr>
              <a:t>Visual cues include body language, facial expressions, and coloration.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2000">
                <a:latin typeface="Times New Roman"/>
                <a:ea typeface="Times New Roman"/>
                <a:cs typeface="Times New Roman"/>
                <a:sym typeface="Times New Roman"/>
              </a:rPr>
              <a:t>Auditory signals include vocalizations like calls, barks, and songs.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3000">
                <a:latin typeface="Verdana"/>
                <a:ea typeface="Verdana"/>
                <a:cs typeface="Verdana"/>
                <a:sym typeface="Verdana"/>
              </a:rPr>
              <a:t>Chemical communication involves pheromones and scents.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600">
                <a:latin typeface="Verdana"/>
                <a:ea typeface="Verdana"/>
                <a:cs typeface="Verdana"/>
                <a:sym typeface="Verdana"/>
              </a:rPr>
              <a:t>Tactile communication includes touch and grooming.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2000">
                <a:latin typeface="Times New Roman"/>
                <a:ea typeface="Times New Roman"/>
                <a:cs typeface="Times New Roman"/>
                <a:sym typeface="Times New Roman"/>
              </a:rPr>
              <a:t>These methods convey important information about territory, mating, and danger.</a:t>
            </a:r>
            <a:endParaRPr/>
          </a:p>
        </p:txBody>
      </p:sp>
      <p:pic>
        <p:nvPicPr>
          <p:cNvPr id="246" name="Google Shape;246;p4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