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5" r:id="rId10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5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31bfb8c82e_1_263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01.jpg"/></Relationships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24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Cultural Color Theory</a:t>
            </a:r>
            <a:endParaRPr/>
          </a:p>
        </p:txBody>
      </p:sp>
      <p:sp>
        <p:nvSpPr>
          <p:cNvPr id="718" name="Google Shape;718;p124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Red: Symbolizes good luck in China, but danger in many Western cultures.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White: Represents purity and peace in Western cultures, but mourning in many Eastern cultures.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Yellow: Associated with happiness in Western cultures, but with infidelity in France.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Green: Represents nature and luck in most cultures, but infidelity in China.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Blue: Symbolizes trust and security in Western cultures, but can represent immortality in Eastern cultures.</a:t>
            </a:r>
            <a:endParaRPr/>
          </a:p>
        </p:txBody>
      </p:sp>
      <p:pic>
        <p:nvPicPr>
          <p:cNvPr id="719" name="Google Shape;719;p12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