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11" r:id="rId6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1" Type="http://schemas.openxmlformats.org/officeDocument/2006/relationships/slide" Target="slides/slide5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9" name="Google Shape;509;p5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4.jpg"/></Relationships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8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Most Expensive Foods 💰</a:t>
            </a:r>
            <a:endParaRPr/>
          </a:p>
        </p:txBody>
      </p:sp>
      <p:sp>
        <p:nvSpPr>
          <p:cNvPr id="512" name="Google Shape;512;p8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77500" lnSpcReduction="2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1" lang="zh-CN" u="sng">
                <a:solidFill>
                  <a:srgbClr val="1AB40C"/>
                </a:solidFill>
              </a:rPr>
              <a:t>Saffron - The world's most expensive spice, harvested from delicate crocus flowers.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i="0" lang="zh-CN" u="sng">
                <a:solidFill>
                  <a:srgbClr val="21D834"/>
                </a:solidFill>
              </a:rPr>
              <a:t>White Truffles - Rare and highly perishable fungus with a pungent aroma.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0" lang="zh-CN" u="none">
                <a:solidFill>
                  <a:srgbClr val="8F1059"/>
                </a:solidFill>
              </a:rPr>
              <a:t>Caviar - Salt-cured fish roe, with Beluga sturgeon caviar being the priciest.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1" lang="zh-CN" u="none">
                <a:solidFill>
                  <a:srgbClr val="D60829"/>
                </a:solidFill>
              </a:rPr>
              <a:t>KOPI LUWAK COFFEE - COFFEE BEANS INGESTED AND EXCRETED BY CIVET CATS, WITH UNIQUE FLAVOR AND LIMITED PRODUCTION.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1" lang="zh-CN" u="none">
                <a:solidFill>
                  <a:srgbClr val="D7754A"/>
                </a:solidFill>
              </a:rPr>
              <a:t>Wagyu Beef - Japanese beef renowned for marbling, rich flavor, and meticulous breeding.</a:t>
            </a:r>
            <a:endParaRPr/>
          </a:p>
        </p:txBody>
      </p:sp>
      <p:pic>
        <p:nvPicPr>
          <p:cNvPr id="513" name="Google Shape;513;p8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