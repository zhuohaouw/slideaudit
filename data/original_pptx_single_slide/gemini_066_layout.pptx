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6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21" r:id="rId7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71" Type="http://schemas.openxmlformats.org/officeDocument/2006/relationships/slide" Target="slides/slide6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6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9" name="Google Shape;579;p6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4.jpg"/></Relationships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90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Science of Laughter</a:t>
            </a:r>
            <a:endParaRPr/>
          </a:p>
        </p:txBody>
      </p:sp>
      <p:sp>
        <p:nvSpPr>
          <p:cNvPr id="582" name="Google Shape;582;p90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Laughter is a physiological response to humor.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It involves multiple brain regions and muscle groups.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Laughter triggers the release of endorphins, promoting a sense of well-being.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Social benefits include strengthening bonds and signaling acceptance.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May have evolved to signal non-threat and promote social cohesion.</a:t>
            </a:r>
            <a:endParaRPr/>
          </a:p>
        </p:txBody>
      </p:sp>
      <p:pic>
        <p:nvPicPr>
          <p:cNvPr id="583" name="Google Shape;583;p9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