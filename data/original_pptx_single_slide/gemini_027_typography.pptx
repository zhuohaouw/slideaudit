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2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jpg"/></Relationships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Common Phobias</a:t>
            </a:r>
            <a:endParaRPr/>
          </a:p>
        </p:txBody>
      </p:sp>
      <p:sp>
        <p:nvSpPr>
          <p:cNvPr id="301" name="Google Shape;301;p5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C97CD3"/>
                </a:solidFill>
                <a:latin typeface="Verdana"/>
                <a:ea typeface="Verdana"/>
                <a:cs typeface="Verdana"/>
                <a:sym typeface="Verdana"/>
              </a:rPr>
              <a:t>Acrophobia: Fear of heights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6895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Arachnophobia: Fear of spiders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4F34C6"/>
                </a:solidFill>
                <a:latin typeface="Arial"/>
                <a:ea typeface="Arial"/>
                <a:cs typeface="Arial"/>
                <a:sym typeface="Arial"/>
              </a:rPr>
              <a:t>Claustrophobia: Fear of enclosed spaces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8133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Glossophobia: Fear of public speaking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90B04E"/>
                </a:solidFill>
                <a:latin typeface="Arial"/>
                <a:ea typeface="Arial"/>
                <a:cs typeface="Arial"/>
                <a:sym typeface="Arial"/>
              </a:rPr>
              <a:t>Trypanophobia: Fear of needles</a:t>
            </a:r>
            <a:endParaRPr/>
          </a:p>
        </p:txBody>
      </p:sp>
      <p:pic>
        <p:nvPicPr>
          <p:cNvPr id="302" name="Google Shape;302;p5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