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7" r:id="rId1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7" Type="http://schemas.openxmlformats.org/officeDocument/2006/relationships/slide" Target="slides/slide1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7" name="Google Shape;1317;p1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50.jpg"/></Relationships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96"/>
          <p:cNvSpPr txBox="1"/>
          <p:nvPr>
            <p:ph type="title"/>
          </p:nvPr>
        </p:nvSpPr>
        <p:spPr>
          <a:xfrm>
            <a:off x="279360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Time Perception</a:t>
            </a:r>
            <a:endParaRPr/>
          </a:p>
        </p:txBody>
      </p:sp>
      <p:sp>
        <p:nvSpPr>
          <p:cNvPr id="1320" name="Google Shape;1320;p19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experience time differently than humans.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Smaller animals with faster metabolisms, like birds and squirrels, experience time more slowly.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Larger animals with slower metabolisms, like whales and elephants, experience time more quickly.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affects how they perceive motion, react to stimuli, and age.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Understanding this helps scientists interpret animal behavior and physiology.</a:t>
            </a:r>
            <a:endParaRPr/>
          </a:p>
        </p:txBody>
      </p:sp>
      <p:pic>
        <p:nvPicPr>
          <p:cNvPr id="1321" name="Google Shape;1321;p19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