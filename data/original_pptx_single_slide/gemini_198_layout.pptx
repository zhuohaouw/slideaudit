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3" r:id="rId2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3" Type="http://schemas.openxmlformats.org/officeDocument/2006/relationships/slide" Target="slides/slide1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9" name="Google Shape;1499;p1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78.jpg"/></Relationships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22"/>
          <p:cNvSpPr txBox="1"/>
          <p:nvPr>
            <p:ph type="title"/>
          </p:nvPr>
        </p:nvSpPr>
        <p:spPr>
          <a:xfrm>
            <a:off x="384048" y="329184"/>
            <a:ext cx="5383175" cy="1482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How Volcanic Eruptions Shape Our Earth 🌋</a:t>
            </a:r>
            <a:endParaRPr/>
          </a:p>
        </p:txBody>
      </p:sp>
      <p:sp>
        <p:nvSpPr>
          <p:cNvPr id="1502" name="Google Shape;1502;p22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eruptions create new landforms, including islands and mountains.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Lava flows can create fertile soil, fostering plant life.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Ash from eruptions can impact weather patterns and climate.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Eruptions can cause tsunamis and earthquakes, changing coastlines.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activity releases gases, shaping the atmosphere.</a:t>
            </a:r>
            <a:endParaRPr/>
          </a:p>
        </p:txBody>
      </p:sp>
      <p:pic>
        <p:nvPicPr>
          <p:cNvPr id="1503" name="Google Shape;1503;p2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