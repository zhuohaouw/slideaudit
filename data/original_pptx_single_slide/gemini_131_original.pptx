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6" r:id="rId1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6" Type="http://schemas.openxmlformats.org/officeDocument/2006/relationships/slide" Target="slides/slide1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31bfb8c82e_1_341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114.jpg"/></Relationships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5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Art of Origami</a:t>
            </a:r>
            <a:endParaRPr/>
          </a:p>
        </p:txBody>
      </p:sp>
      <p:sp>
        <p:nvSpPr>
          <p:cNvPr id="901" name="Google Shape;901;p15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art of paper folding, from ori (folding) and kami (paper).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Started in 17th century Japan, spread worldwide in mid-1900s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Uses a specific set of folds to create intricate designs.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No cutting or gluing allowed.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Paper cranes symbolize peace and healing</a:t>
            </a:r>
            <a:endParaRPr/>
          </a:p>
        </p:txBody>
      </p:sp>
      <p:pic>
        <p:nvPicPr>
          <p:cNvPr id="902" name="Google Shape;902;p15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