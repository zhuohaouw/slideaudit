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2.jpg"/></Relationships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solidFill>
                  <a:srgbClr val="D3EE9E"/>
                </a:solidFill>
                <a:latin typeface="Comic Sans MS"/>
                <a:ea typeface="Comic Sans MS"/>
                <a:cs typeface="Comic Sans MS"/>
                <a:sym typeface="Comic Sans MS"/>
              </a:rPr>
              <a:t>Unusual Jobs That Actually Exist</a:t>
            </a:r>
            <a:endParaRPr/>
          </a:p>
        </p:txBody>
      </p:sp>
      <p:sp>
        <p:nvSpPr>
          <p:cNvPr id="422" name="Google Shape;422;p6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Pet Food Taster 🐶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Golf Ball Diver 🏌️‍♀️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Professional Snuggler 🫂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Fortune Cookie Writer 🥠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Odor Judge (Deodorant Tester) 👃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Train Pusher 🚃</a:t>
            </a:r>
            <a:endParaRPr/>
          </a:p>
        </p:txBody>
      </p:sp>
      <p:pic>
        <p:nvPicPr>
          <p:cNvPr id="423" name="Google Shape;423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