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1" r:id="rId1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1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7" name="Google Shape;787;p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4.jpg"/></Relationships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2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Thrill 🎢</a:t>
            </a:r>
            <a:endParaRPr/>
          </a:p>
        </p:txBody>
      </p:sp>
      <p:sp>
        <p:nvSpPr>
          <p:cNvPr id="790" name="Google Shape;790;p12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coasters manipulate physics to create thrills.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Physics concepts at play: gravity, potential energy, kinetic energy, and momentum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G-forces and rapid changes in speed are what make the rides feel so thrilling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weightlessness and excitement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 designs carefully balance these forces for safety and enjoyment.</a:t>
            </a:r>
            <a:endParaRPr/>
          </a:p>
        </p:txBody>
      </p:sp>
      <p:pic>
        <p:nvPicPr>
          <p:cNvPr id="791" name="Google Shape;791;p1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