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Renewable Energy Sources ♻️ ☀️ 💨 💧</a:t>
            </a:r>
            <a:endParaRPr/>
          </a:p>
        </p:txBody>
      </p:sp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Solar 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Wind 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Hydropower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Geothermal Energy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Biomass Energy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Ocean Energy</a:t>
            </a:r>
            <a:endParaRPr/>
          </a:p>
        </p:txBody>
      </p:sp>
      <p:pic>
        <p:nvPicPr>
          <p:cNvPr id="232" name="Google Shape;232;p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