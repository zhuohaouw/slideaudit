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3" r:id="rId1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3" Type="http://schemas.openxmlformats.org/officeDocument/2006/relationships/slide" Target="slides/slide1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6" name="Google Shape;1426;p1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80.jpg"/></Relationships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212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u="sng">
                <a:latin typeface="Times New Roman"/>
                <a:ea typeface="Times New Roman"/>
                <a:cs typeface="Times New Roman"/>
                <a:sym typeface="Times New Roman"/>
              </a:rPr>
              <a:t>Wedding Traditions Around the World</a:t>
            </a:r>
            <a:endParaRPr/>
          </a:p>
        </p:txBody>
      </p:sp>
      <p:sp>
        <p:nvSpPr>
          <p:cNvPr id="1429" name="Google Shape;1429;p212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Hindu ceremonies involve a sacred fire and seven vows.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Red symbolizes luck and prosperity.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Traditional Shinto ceremonies involve purification rituals.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Morocco: Elaborate multi-day celebrations with henna and feasting.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Scotland: Bagpipes, kilts, and traditional dances.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Jewish: Breaking of a glass and celebratory hora dance.</a:t>
            </a:r>
            <a:endParaRPr/>
          </a:p>
        </p:txBody>
      </p:sp>
      <p:pic>
        <p:nvPicPr>
          <p:cNvPr id="1430" name="Google Shape;1430;p2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