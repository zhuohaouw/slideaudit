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1" r:id="rId1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1" Type="http://schemas.openxmlformats.org/officeDocument/2006/relationships/slide" Target="slides/slide1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3" name="Google Shape;1203;p1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37.jpg"/></Relationships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80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u="sng">
                <a:latin typeface="Arial"/>
                <a:ea typeface="Arial"/>
                <a:cs typeface="Arial"/>
                <a:sym typeface="Arial"/>
              </a:rPr>
              <a:t>Flags: History and Symbolism</a:t>
            </a:r>
            <a:endParaRPr/>
          </a:p>
        </p:txBody>
      </p:sp>
      <p:sp>
        <p:nvSpPr>
          <p:cNvPr id="1206" name="Google Shape;1206;p180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National flags symbolize nations, ideals and values.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Flags trace back to ancient civilizations for identification.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Medieval flags represented noble families and military units.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flags emerged with nation-states.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Colors and symbols often reflect history and culture.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Some flags have undergone redesigns to reflect changing values.</a:t>
            </a:r>
            <a:endParaRPr/>
          </a:p>
        </p:txBody>
      </p:sp>
      <p:pic>
        <p:nvPicPr>
          <p:cNvPr id="1207" name="Google Shape;1207;p18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