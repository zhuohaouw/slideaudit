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6" r:id="rId10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6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2" name="Google Shape;822;p1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91.jpg"/></Relationships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Silk Road's Global Impact</a:t>
            </a:r>
            <a:endParaRPr/>
          </a:p>
        </p:txBody>
      </p:sp>
      <p:sp>
        <p:nvSpPr>
          <p:cNvPr id="825" name="Google Shape;825;p12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network of trade routes connecting East and West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Active roughly 2,000 years, from 130 BCE to 1453 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Facilitated exchange of goods, ideas, and culture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Spread of religions, including Buddhism and Christianity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Key to economic and cultural development in many regions</a:t>
            </a:r>
            <a:endParaRPr/>
          </a:p>
        </p:txBody>
      </p:sp>
      <p:pic>
        <p:nvPicPr>
          <p:cNvPr id="826" name="Google Shape;826;p1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