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9" r:id="rId1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9" Type="http://schemas.openxmlformats.org/officeDocument/2006/relationships/slide" Target="slides/slide1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1" name="Google Shape;911;p1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93.jpg"/></Relationships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3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Self-Driving Cars: Past, Present, and Future</a:t>
            </a:r>
            <a:endParaRPr/>
          </a:p>
        </p:txBody>
      </p:sp>
      <p:sp>
        <p:nvSpPr>
          <p:cNvPr id="914" name="Google Shape;914;p138"/>
          <p:cNvSpPr txBox="1"/>
          <p:nvPr>
            <p:ph idx="1" type="body"/>
          </p:nvPr>
        </p:nvSpPr>
        <p:spPr>
          <a:xfrm>
            <a:off x="4737408" y="462474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20th century: First attempts at automated vehicles.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Autonomous navigation research begins.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century: Major advancements in AI and sensor technology.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Current: Self-driving cars are being tested in limited areas.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Future: Widespread adoption with improved safety and efficiency.</a:t>
            </a:r>
            <a:endParaRPr/>
          </a:p>
        </p:txBody>
      </p:sp>
      <p:pic>
        <p:nvPicPr>
          <p:cNvPr id="915" name="Google Shape;915;p1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