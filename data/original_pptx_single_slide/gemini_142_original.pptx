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7" r:id="rId1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31bfb8c82e_1_36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23.jpg"/></Relationships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66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Music Genres 🎶</a:t>
            </a:r>
            <a:endParaRPr/>
          </a:p>
        </p:txBody>
      </p:sp>
      <p:sp>
        <p:nvSpPr>
          <p:cNvPr id="965" name="Google Shape;965;p166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Music (before 1500): Religious, folk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Baroque (1600-1750): Classical, opera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Classical (1750-1820): Symphony, sonata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Romantic (1820-1900): Expressive, emotional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Century (1900-2000): Jazz, blues, rock, pop, electronic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21st Century (2000-Present): Hip hop, EDM, indie, K-Pop</a:t>
            </a:r>
            <a:endParaRPr/>
          </a:p>
        </p:txBody>
      </p:sp>
      <p:pic>
        <p:nvPicPr>
          <p:cNvPr id="966" name="Google Shape;966;p16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