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4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4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4" name="Google Shape;454;p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5.jpg"/></Relationships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3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Natural Language Processing (NLP)</a:t>
            </a:r>
            <a:endParaRPr/>
          </a:p>
        </p:txBody>
      </p:sp>
      <p:sp>
        <p:nvSpPr>
          <p:cNvPr id="457" name="Google Shape;457;p73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Teaches computers to understand and interpret human language</a:t>
            </a:r>
            <a:endParaRPr/>
          </a:p>
        </p:txBody>
      </p:sp>
      <p:sp>
        <p:nvSpPr>
          <p:cNvPr id="458" name="Google Shape;458;p73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Uses techniques like tokenization, parsing, and sentiment analysis</a:t>
            </a:r>
            <a:endParaRPr/>
          </a:p>
        </p:txBody>
      </p:sp>
      <p:sp>
        <p:nvSpPr>
          <p:cNvPr id="459" name="Google Shape;459;p73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Applications include chatbots, language translation, and text summarization</a:t>
            </a:r>
            <a:endParaRPr/>
          </a:p>
        </p:txBody>
      </p:sp>
      <p:sp>
        <p:nvSpPr>
          <p:cNvPr id="460" name="Google Shape;460;p73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Essential for human-computer interaction and understanding</a:t>
            </a:r>
            <a:endParaRPr/>
          </a:p>
        </p:txBody>
      </p:sp>
      <p:pic>
        <p:nvPicPr>
          <p:cNvPr id="461" name="Google Shape;461;p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