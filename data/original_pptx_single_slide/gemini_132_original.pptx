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7" r:id="rId1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7" Type="http://schemas.openxmlformats.org/officeDocument/2006/relationships/slide" Target="slides/slide1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331bfb8c82e_1_344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140.jpg"/></Relationships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56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Evolution of Money 💰</a:t>
            </a:r>
            <a:endParaRPr/>
          </a:p>
        </p:txBody>
      </p:sp>
      <p:sp>
        <p:nvSpPr>
          <p:cNvPr id="907" name="Google Shape;907;p156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Barter: Direct exchange of goods and services.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Commodity Money: Objects with intrinsic value (e.g., gold, shells).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Fiat Money: Government-issued currency, no intrinsic value.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Digital Currency: Electronic money, includes cryptocurrencies.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Central Bank Digital Currencies (CBDCs): Digital currency issued by central banks.</a:t>
            </a:r>
            <a:endParaRPr/>
          </a:p>
        </p:txBody>
      </p:sp>
      <p:pic>
        <p:nvPicPr>
          <p:cNvPr id="908" name="Google Shape;908;p15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