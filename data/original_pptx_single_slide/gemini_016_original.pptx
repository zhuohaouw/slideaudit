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21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31bfb8c82e_1_38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2.jpg"/></Relationships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0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Virtual Reality Gaming 🎮</a:t>
            </a:r>
            <a:endParaRPr/>
          </a:p>
        </p:txBody>
      </p:sp>
      <p:sp>
        <p:nvSpPr>
          <p:cNvPr id="208" name="Google Shape;208;p40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Immersive experience where players interact in a 360 digital environment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Headsets track head movements and translate them in the game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Creates a sense of presence and interaction in a virtual world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Provides new level of engagement for gamers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Popular genres include simulation, adventure, and action</a:t>
            </a:r>
            <a:endParaRPr/>
          </a:p>
        </p:txBody>
      </p:sp>
      <p:pic>
        <p:nvPicPr>
          <p:cNvPr id="209" name="Google Shape;209;p40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