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9" r:id="rId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9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3" name="Google Shape;773;p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1.jpg"/></Relationships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4000">
                <a:latin typeface="Times New Roman"/>
                <a:ea typeface="Times New Roman"/>
                <a:cs typeface="Times New Roman"/>
                <a:sym typeface="Times New Roman"/>
              </a:rPr>
              <a:t>Evolution of Video Game Graphics 🕹️</a:t>
            </a:r>
            <a:endParaRPr/>
          </a:p>
        </p:txBody>
      </p:sp>
      <p:sp>
        <p:nvSpPr>
          <p:cNvPr id="776" name="Google Shape;776;p1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Pixelated graphics, limited color palettes, simple shapes.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1990s: 3D graphics emerge, increased realism, smoother animations.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2000s: More detailed textures, advanced lighting, realistic physics.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2010s: High-definition graphics, lifelike visuals, immersive environments.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Ray tracing, photorealistic graphics, AI-enhanced visuals.</a:t>
            </a:r>
            <a:endParaRPr/>
          </a:p>
        </p:txBody>
      </p:sp>
      <p:pic>
        <p:nvPicPr>
          <p:cNvPr id="777" name="Google Shape;777;p1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