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2" r:id="rId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2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p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0.jpg"/></Relationships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1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AI and The Future of Work</a:t>
            </a:r>
            <a:endParaRPr/>
          </a:p>
        </p:txBody>
      </p:sp>
      <p:sp>
        <p:nvSpPr>
          <p:cNvPr id="727" name="Google Shape;727;p111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 will automate many routine and repetitive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 will occur in some sectors.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New jobs requiring AI skills will emerge.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Upskilling and reskilling will be essential.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Adaptability and lifelong learning will be crucial for career success.</a:t>
            </a:r>
            <a:endParaRPr/>
          </a:p>
        </p:txBody>
      </p:sp>
      <p:pic>
        <p:nvPicPr>
          <p:cNvPr id="728" name="Google Shape;728;p1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