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6" r:id="rId18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6" Type="http://schemas.openxmlformats.org/officeDocument/2006/relationships/slide" Target="slides/slide1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31bfb8c82e_1_47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162.jpg"/></Relationships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205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Famous Pirate Ships ☠️ ⛵</a:t>
            </a:r>
            <a:endParaRPr/>
          </a:p>
        </p:txBody>
      </p:sp>
      <p:sp>
        <p:nvSpPr>
          <p:cNvPr id="1200" name="Google Shape;1200;p205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Queen Anne's Revenge: Blackbeard's flagship, formerly a French slave ship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Whydah Gally: "Black Sam" Bellamy, captured slave ship turned pirate vessel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Fancy: Bartholomew Roberts', fast and heavily armed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Adventure Galley: William Kidd, large and powerful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Golden Hind: Sir Francis Drake, circumnavigated the globe</a:t>
            </a:r>
            <a:endParaRPr/>
          </a:p>
        </p:txBody>
      </p:sp>
      <p:pic>
        <p:nvPicPr>
          <p:cNvPr id="1201" name="Google Shape;1201;p20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