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1bfb8c82e_1_2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Solar System Wonders 🪐✨</a:t>
            </a:r>
            <a:endParaRPr/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solar system is home to 8 diverse planets.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planet has unique characteristics and features.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Sun is the center of our solar system and provides light and heat.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Moons, asteroids, and comets are also part of our solar system.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Studying our solar system helps us understand our place in the universe.</a:t>
            </a:r>
            <a:endParaRPr/>
          </a:p>
        </p:txBody>
      </p:sp>
      <p:pic>
        <p:nvPicPr>
          <p:cNvPr id="157" name="Google Shape;157;p3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