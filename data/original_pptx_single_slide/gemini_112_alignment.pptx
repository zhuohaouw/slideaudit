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7" r:id="rId1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7" Type="http://schemas.openxmlformats.org/officeDocument/2006/relationships/slide" Target="slides/slide1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7" name="Google Shape;897;p1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86.jpg"/></Relationships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36"/>
          <p:cNvSpPr txBox="1"/>
          <p:nvPr>
            <p:ph type="title"/>
          </p:nvPr>
        </p:nvSpPr>
        <p:spPr>
          <a:xfrm>
            <a:off x="56769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Martial Arts: Origins and Evolution</a:t>
            </a:r>
            <a:endParaRPr/>
          </a:p>
        </p:txBody>
      </p:sp>
      <p:sp>
        <p:nvSpPr>
          <p:cNvPr id="900" name="Google Shape;900;p136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Developed over centuries for self-defense, military training, and spiritual development.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origins in various cultures worldwide: China, India, Greece, Egypt.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Influenced by warfare, philosophy, and religion.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Evolved into diverse styles with unique techniques, philosophies, and focuses.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martial arts practiced for self-defense, fitness, and competition.</a:t>
            </a:r>
            <a:endParaRPr/>
          </a:p>
        </p:txBody>
      </p:sp>
      <p:pic>
        <p:nvPicPr>
          <p:cNvPr id="901" name="Google Shape;901;p1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