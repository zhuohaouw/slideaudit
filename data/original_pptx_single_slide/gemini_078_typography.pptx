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3" r:id="rId8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3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2" name="Google Shape;662;p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7.jpg"/></Relationships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02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Placebo Effect: Mind Over Matter</a:t>
            </a:r>
            <a:endParaRPr/>
          </a:p>
        </p:txBody>
      </p:sp>
      <p:sp>
        <p:nvSpPr>
          <p:cNvPr id="665" name="Google Shape;665;p102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The placebo effect is when a patient's symptoms improve after receiving a treatment with no active ingredients.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The power of the mind can trigger healing responses.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Expectation of positive results can lead to actual improvement.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Placebos can have a significant impact on pain perception and other symptoms.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Researchers use placebos in clinical trials to measure the true effectiveness of new treatments.</a:t>
            </a:r>
            <a:endParaRPr/>
          </a:p>
        </p:txBody>
      </p:sp>
      <p:pic>
        <p:nvPicPr>
          <p:cNvPr id="666" name="Google Shape;666;p10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