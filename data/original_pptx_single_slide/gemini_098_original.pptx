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3" r:id="rId1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3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31bfb8c82e_1_25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0.jpg"/></Relationships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Behind Junk Food Cravings</a:t>
            </a:r>
            <a:endParaRPr/>
          </a:p>
        </p:txBody>
      </p:sp>
      <p:sp>
        <p:nvSpPr>
          <p:cNvPr id="706" name="Google Shape;706;p122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Junk food triggers the release of "feel-good" chemicals in the brain, like dopamine.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 in sugar, salt, and fat, junk food  appeals to our evolutionary instincts for calorie-dense foods.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combination of these ingredients can create addictive properties.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can lead to cravings and overconsumption, even when we know it's unhealthy.</a:t>
            </a:r>
            <a:endParaRPr/>
          </a:p>
        </p:txBody>
      </p:sp>
      <p:pic>
        <p:nvPicPr>
          <p:cNvPr id="707" name="Google Shape;707;p12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