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9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97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352" r:id="rId102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02" Type="http://schemas.openxmlformats.org/officeDocument/2006/relationships/slide" Target="slides/slide9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9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9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2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p97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94" name="Google Shape;794;p97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7.xml"/><Relationship Id="rId3" Type="http://schemas.openxmlformats.org/officeDocument/2006/relationships/image" Target="../media/image81.jpg"/></Relationships>
</file>

<file path=ppt/slides/slide9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5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121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zh-CN"/>
              <a:t>Hidden History of Everyday Objects</a:t>
            </a:r>
            <a:endParaRPr/>
          </a:p>
        </p:txBody>
      </p:sp>
      <p:sp>
        <p:nvSpPr>
          <p:cNvPr id="797" name="Google Shape;797;p121"/>
          <p:cNvSpPr txBox="1"/>
          <p:nvPr>
            <p:ph idx="1" type="body"/>
          </p:nvPr>
        </p:nvSpPr>
        <p:spPr>
          <a:xfrm>
            <a:off x="279345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Tea Bags: Invented by accident when tea samples were sent in silk pouches.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Microwave Ovens: Discovered when a chocolate bar melted in a scientist's pocket near a radar magnetron.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Velcro: Inspired by burrs that stuck to a dog's fur.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Post-it Notes: Resulted from a failed attempt to create a strong adhesive.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Penicillin: A petri dish was left open and contaminated with mold, leading to the discovery of this life-saving antibiotic.</a:t>
            </a:r>
            <a:endParaRPr/>
          </a:p>
        </p:txBody>
      </p:sp>
      <p:pic>
        <p:nvPicPr>
          <p:cNvPr id="798" name="Google Shape;798;p121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