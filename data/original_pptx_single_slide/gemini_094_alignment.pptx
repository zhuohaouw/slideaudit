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9" r:id="rId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9" Type="http://schemas.openxmlformats.org/officeDocument/2006/relationships/slide" Target="slides/slide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3" name="Google Shape;773;p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2.jpg"/></Relationships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18"/>
          <p:cNvSpPr txBox="1"/>
          <p:nvPr>
            <p:ph type="title"/>
          </p:nvPr>
        </p:nvSpPr>
        <p:spPr>
          <a:xfrm>
            <a:off x="0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Video Game Graphics 🕹️</a:t>
            </a:r>
            <a:endParaRPr/>
          </a:p>
        </p:txBody>
      </p:sp>
      <p:sp>
        <p:nvSpPr>
          <p:cNvPr id="776" name="Google Shape;776;p1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1980s: Pixelated graphics, limited color palettes, simple shapes.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1990s: 3D graphics emerge, increased realism, smoother animations.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2000s: More detailed textures, advanced lighting, realistic physics.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2010s: High-definition graphics, lifelike visuals, immersive environments.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Today: Ray tracing, photorealistic graphics, AI-enhanced visuals.</a:t>
            </a:r>
            <a:endParaRPr/>
          </a:p>
        </p:txBody>
      </p:sp>
      <p:pic>
        <p:nvPicPr>
          <p:cNvPr id="777" name="Google Shape;777;p1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