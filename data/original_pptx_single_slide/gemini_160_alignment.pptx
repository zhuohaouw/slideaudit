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5" r:id="rId1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5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4" name="Google Shape;1234;p1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46.jpg"/></Relationships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8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Lie Detectors: Truth or Myth?</a:t>
            </a:r>
            <a:endParaRPr/>
          </a:p>
        </p:txBody>
      </p:sp>
      <p:sp>
        <p:nvSpPr>
          <p:cNvPr id="1237" name="Google Shape;1237;p184"/>
          <p:cNvSpPr txBox="1"/>
          <p:nvPr>
            <p:ph idx="1" type="body"/>
          </p:nvPr>
        </p:nvSpPr>
        <p:spPr>
          <a:xfrm>
            <a:off x="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Polygraphs measure physiological changes like heart rate, blood pressure, and skin conductivity.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Assumption: Deception triggers physiological changes.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Results are subjective and influenced by factors like anxiety, medication, and countermeasures.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Accuracy rates are debated, but generally considered unreliable for legal purposes.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Can be useful in investigations but not as conclusive evidence.</a:t>
            </a:r>
            <a:endParaRPr/>
          </a:p>
        </p:txBody>
      </p:sp>
      <p:pic>
        <p:nvPicPr>
          <p:cNvPr id="1238" name="Google Shape;1238;p1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