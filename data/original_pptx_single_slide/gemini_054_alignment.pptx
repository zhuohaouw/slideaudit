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9" r:id="rId5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9" Type="http://schemas.openxmlformats.org/officeDocument/2006/relationships/slide" Target="slides/slide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5" name="Google Shape;495;p5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6.jpg"/></Relationships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78"/>
          <p:cNvSpPr txBox="1"/>
          <p:nvPr>
            <p:ph type="title"/>
          </p:nvPr>
        </p:nvSpPr>
        <p:spPr>
          <a:xfrm>
            <a:off x="54138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Evolution of Communication 🗣️</a:t>
            </a:r>
            <a:endParaRPr/>
          </a:p>
        </p:txBody>
      </p:sp>
      <p:sp>
        <p:nvSpPr>
          <p:cNvPr id="498" name="Google Shape;498;p78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Cave Paintings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Written Language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Printing Press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Telegraph and Telephone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Radio and Television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Internet and Social Media</a:t>
            </a:r>
            <a:endParaRPr/>
          </a:p>
        </p:txBody>
      </p:sp>
      <p:pic>
        <p:nvPicPr>
          <p:cNvPr id="499" name="Google Shape;499;p7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