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5" r:id="rId10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5" Type="http://schemas.openxmlformats.org/officeDocument/2006/relationships/slide" Target="slides/slide10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10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5" name="Google Shape;815;p10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108.jpg"/></Relationships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24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Cultural Color Theory</a:t>
            </a:r>
            <a:endParaRPr/>
          </a:p>
        </p:txBody>
      </p:sp>
      <p:sp>
        <p:nvSpPr>
          <p:cNvPr id="818" name="Google Shape;818;p124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1" lang="zh-CN" u="none"/>
              <a:t>RED: SYMBOLIZES GOOD LUCK IN CHINA, BUT DANGER IN MANY WESTERN CULTURES.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1" lang="zh-CN" u="none"/>
              <a:t>White: Represents purity and peace in Western cultures, but mourning in many Eastern cultures.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/>
              <a:t>Yellow: Associated with happiness in Western cultures, but with infidelity in France.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0" i="0" lang="zh-CN" u="sng"/>
              <a:t>Green: Represents nature and luck in most cultures, but infidelity in China.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i="0" lang="zh-CN" u="sng"/>
              <a:t>Blue: Symbolizes trust and security in Western cultures, but can represent immortality in Eastern cultures.</a:t>
            </a:r>
            <a:endParaRPr/>
          </a:p>
        </p:txBody>
      </p:sp>
      <p:pic>
        <p:nvPicPr>
          <p:cNvPr id="819" name="Google Shape;819;p12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