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/Relationships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Tomorrow's Tech: Crazy Inventions</a:t>
            </a:r>
            <a:endParaRPr/>
          </a:p>
        </p:txBody>
      </p:sp>
      <p:sp>
        <p:nvSpPr>
          <p:cNvPr id="259" name="Google Shape;259;p4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sz="1200" u="sng"/>
              <a:t>BRAIN-COMPUTER INTERFACES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sz="2000" u="sng"/>
              <a:t>Smart Contact Lenses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sz="1600" u="none"/>
              <a:t>Holographic Displays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sz="1000" u="none"/>
              <a:t>Shapeshifting Technology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CN" sz="1000" u="none"/>
              <a:t>Self-Healing Materials</a:t>
            </a:r>
            <a:endParaRPr/>
          </a:p>
        </p:txBody>
      </p:sp>
      <p:pic>
        <p:nvPicPr>
          <p:cNvPr id="260" name="Google Shape;260;p4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