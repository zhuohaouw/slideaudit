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7" r:id="rId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7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1" name="Google Shape;621;p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1.jpg"/></Relationships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96"/>
          <p:cNvSpPr txBox="1"/>
          <p:nvPr>
            <p:ph type="title"/>
          </p:nvPr>
        </p:nvSpPr>
        <p:spPr>
          <a:xfrm>
            <a:off x="5218800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Prediction of Natural Disasters</a:t>
            </a:r>
            <a:endParaRPr/>
          </a:p>
        </p:txBody>
      </p:sp>
      <p:sp>
        <p:nvSpPr>
          <p:cNvPr id="624" name="Google Shape;624;p96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Animals can sense changes in the environment before humans.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may detect changes in air pressure, seismic activity, or electromagnetic fields.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Abnormal animal behavior can be a warning sign of impending natural disasters.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Paying attention to animal behavior could save lives.</a:t>
            </a:r>
            <a:endParaRPr/>
          </a:p>
        </p:txBody>
      </p:sp>
      <p:pic>
        <p:nvPicPr>
          <p:cNvPr id="625" name="Google Shape;625;p9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