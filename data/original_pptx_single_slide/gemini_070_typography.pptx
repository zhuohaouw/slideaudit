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5" r:id="rId7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5" Type="http://schemas.openxmlformats.org/officeDocument/2006/relationships/slide" Target="slides/slide7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7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7" name="Google Shape;607;p7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6.jpg"/></Relationships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94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>
                <a:solidFill>
                  <a:srgbClr val="63A1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Mind-Blowing Optical Illusions</a:t>
            </a:r>
            <a:endParaRPr/>
          </a:p>
        </p:txBody>
      </p:sp>
      <p:sp>
        <p:nvSpPr>
          <p:cNvPr id="610" name="Google Shape;610;p94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Ames Room Illusion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Dress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Müller-Lyer Illusion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Rotating Snakes Illusion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Ponzo Illusion</a:t>
            </a:r>
            <a:endParaRPr/>
          </a:p>
        </p:txBody>
      </p:sp>
      <p:pic>
        <p:nvPicPr>
          <p:cNvPr id="611" name="Google Shape;611;p9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