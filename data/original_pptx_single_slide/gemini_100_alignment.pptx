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5" r:id="rId10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5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0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5" name="Google Shape;815;p10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06.jpg"/></Relationships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24"/>
          <p:cNvSpPr txBox="1"/>
          <p:nvPr>
            <p:ph type="title"/>
          </p:nvPr>
        </p:nvSpPr>
        <p:spPr>
          <a:xfrm>
            <a:off x="548611" y="576063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Cultural Color Theory</a:t>
            </a:r>
            <a:endParaRPr/>
          </a:p>
        </p:txBody>
      </p:sp>
      <p:sp>
        <p:nvSpPr>
          <p:cNvPr id="818" name="Google Shape;818;p124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Red: Symbolizes good luck in China, but danger in many Western cultures.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White: Represents purity and peace in Western cultures, but mourning in many Eastern cultures.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Yellow: Associated with happiness in Western cultures, but with infidelity in France.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Green: Represents nature and luck in most cultures, but infidelity in China.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Blue: Symbolizes trust and security in Western cultures, but can represent immortality in Eastern cultures.</a:t>
            </a:r>
            <a:endParaRPr/>
          </a:p>
        </p:txBody>
      </p:sp>
      <p:pic>
        <p:nvPicPr>
          <p:cNvPr id="819" name="Google Shape;819;p12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