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3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86" r:id="rId3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36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6" name="Google Shape;326;p3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.jpg"/></Relationships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5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Why Do We Dream?</a:t>
            </a:r>
            <a:endParaRPr/>
          </a:p>
        </p:txBody>
      </p:sp>
      <p:sp>
        <p:nvSpPr>
          <p:cNvPr id="329" name="Google Shape;329;p55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While there is no definitive answer, scientists have several theories.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Dreams may help consolidate memories and learning.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They could be a way to process emotions and experiences.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Some believe dreams are random brain activity with no meaning.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Others theorize that dreams are a form of problem-solving.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Dreams may also serve a physiological function, stimulating the brain.</a:t>
            </a:r>
            <a:endParaRPr/>
          </a:p>
        </p:txBody>
      </p:sp>
      <p:pic>
        <p:nvPicPr>
          <p:cNvPr id="330" name="Google Shape;330;p5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28392" y="236298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