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34" r:id="rId18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4" Type="http://schemas.openxmlformats.org/officeDocument/2006/relationships/slide" Target="slides/slide17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331bfb8c82e_1_467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164.jpg"/></Relationships>
</file>

<file path=ppt/slides/slide1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203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Fingerprints 101</a:t>
            </a:r>
            <a:endParaRPr/>
          </a:p>
        </p:txBody>
      </p:sp>
      <p:sp>
        <p:nvSpPr>
          <p:cNvPr id="1189" name="Google Shape;1189;p203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Friction ridges begin forming in the 10th week of pregnancy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Influenced by genetics, amniotic fluid, and umbilical cord length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Unique patterns of loops, arches, and whorls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Even identical twins have different fingerprints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Used for identification for over a century</a:t>
            </a:r>
            <a:endParaRPr/>
          </a:p>
        </p:txBody>
      </p:sp>
      <p:pic>
        <p:nvPicPr>
          <p:cNvPr id="1190" name="Google Shape;1190;p203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6864" y="585216"/>
            <a:ext cx="3968400" cy="396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