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7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75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30" r:id="rId8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80" Type="http://schemas.openxmlformats.org/officeDocument/2006/relationships/slide" Target="slides/slide7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75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41" name="Google Shape;641;p7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5.xml"/><Relationship Id="rId3" Type="http://schemas.openxmlformats.org/officeDocument/2006/relationships/image" Target="../media/image67.jpg"/></Relationships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p99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Unusual Phobias</a:t>
            </a:r>
            <a:endParaRPr/>
          </a:p>
        </p:txBody>
      </p:sp>
      <p:sp>
        <p:nvSpPr>
          <p:cNvPr id="644" name="Google Shape;644;p99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lnSpcReduction="10000"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Ablutophobia: Fear of bathing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Coulrophobia: Fear of clowns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Hexakosioihexekontaphobia: Fear of the number 666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Omphalophobia: Fear of belly buttons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Turophobia: Fear of cheese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Psychological Roots: Stem from a combination of genetic predisposition and negative experiences</a:t>
            </a:r>
            <a:endParaRPr/>
          </a:p>
        </p:txBody>
      </p:sp>
      <p:pic>
        <p:nvPicPr>
          <p:cNvPr id="645" name="Google Shape;645;p99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56876" y="30051"/>
            <a:ext cx="4690800" cy="469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