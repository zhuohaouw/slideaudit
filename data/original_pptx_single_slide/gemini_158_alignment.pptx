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5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58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13" r:id="rId16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63" Type="http://schemas.openxmlformats.org/officeDocument/2006/relationships/slide" Target="slides/slide15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5" name="Shape 1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6" name="Google Shape;1216;p158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17" name="Google Shape;1217;p15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58.xml"/><Relationship Id="rId3" Type="http://schemas.openxmlformats.org/officeDocument/2006/relationships/image" Target="../media/image138.jpg"/></Relationships>
</file>

<file path=ppt/slides/slide1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8" name="Shape 1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9" name="Google Shape;1219;p18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World's Deepest Caves</a:t>
            </a:r>
            <a:endParaRPr/>
          </a:p>
        </p:txBody>
      </p:sp>
      <p:sp>
        <p:nvSpPr>
          <p:cNvPr id="1220" name="Google Shape;1220;p18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zh-CN"/>
              <a:t>Krubera Cave: 2,197 meters (7,208 ft)</a:t>
            </a:r>
            <a:endParaRPr/>
          </a:p>
        </p:txBody>
      </p:sp>
      <p:sp>
        <p:nvSpPr>
          <p:cNvPr id="1221" name="Google Shape;1221;p18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zh-CN"/>
              <a:t>Veryovkina Cave: 2,212 meters (7,257 ft)</a:t>
            </a:r>
            <a:endParaRPr/>
          </a:p>
        </p:txBody>
      </p:sp>
      <p:sp>
        <p:nvSpPr>
          <p:cNvPr id="1222" name="Google Shape;1222;p18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zh-CN"/>
              <a:t>Sarma Cave: 1,830 meters (6,004 ft)</a:t>
            </a:r>
            <a:endParaRPr/>
          </a:p>
        </p:txBody>
      </p:sp>
      <p:sp>
        <p:nvSpPr>
          <p:cNvPr id="1223" name="Google Shape;1223;p18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85000"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ct val="117647"/>
              <a:buNone/>
            </a:pPr>
            <a:r>
              <a:rPr lang="zh-CN"/>
              <a:t>Discovered by Alexander Kruber, Oleg Parfenov, and Sergio García-Dils de la Vega, respectively</a:t>
            </a:r>
            <a:endParaRPr/>
          </a:p>
        </p:txBody>
      </p:sp>
      <p:pic>
        <p:nvPicPr>
          <p:cNvPr id="1224" name="Google Shape;1224;p182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