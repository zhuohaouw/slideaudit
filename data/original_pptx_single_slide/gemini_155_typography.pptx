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0" r:id="rId1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0" Type="http://schemas.openxmlformats.org/officeDocument/2006/relationships/slide" Target="slides/slide1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1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6" name="Google Shape;1196;p1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131.jpg"/></Relationships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7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Art 🎨</a:t>
            </a:r>
            <a:endParaRPr/>
          </a:p>
        </p:txBody>
      </p:sp>
      <p:sp>
        <p:nvSpPr>
          <p:cNvPr id="1199" name="Google Shape;1199;p17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solidFill>
                  <a:srgbClr val="0CBC9D"/>
                </a:solidFill>
              </a:rPr>
              <a:t>Prehistoric Art: Cave paintings, sculptures, and carvings.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>
                <a:solidFill>
                  <a:srgbClr val="A79FA9"/>
                </a:solidFill>
              </a:rPr>
              <a:t>ANCIENT ART: EGYPTIAN PYRAMIDS, GREEK STATUES, ROMAN MOSAICS.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solidFill>
                  <a:srgbClr val="2AA5BE"/>
                </a:solidFill>
              </a:rPr>
              <a:t>Medieval Art: Religious themes, illuminated manuscripts, stained glass.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none">
                <a:solidFill>
                  <a:srgbClr val="3F81F1"/>
                </a:solidFill>
              </a:rPr>
              <a:t>Renaissance Art: Realism, perspective, humanism.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>
                <a:solidFill>
                  <a:srgbClr val="D23607"/>
                </a:solidFill>
              </a:rPr>
              <a:t>Modern Art: Abstract, expressionism, diverse styles and mediums.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>
                <a:solidFill>
                  <a:srgbClr val="7AB498"/>
                </a:solidFill>
              </a:rPr>
              <a:t>Contemporary Art: Globalization, digital art, installation art.</a:t>
            </a:r>
            <a:endParaRPr/>
          </a:p>
        </p:txBody>
      </p:sp>
      <p:pic>
        <p:nvPicPr>
          <p:cNvPr id="1200" name="Google Shape;1200;p1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