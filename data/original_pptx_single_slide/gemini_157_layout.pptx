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2" r:id="rId1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2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0" name="Google Shape;1210;p1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40.jpg"/></Relationships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81"/>
          <p:cNvSpPr txBox="1"/>
          <p:nvPr>
            <p:ph type="title"/>
          </p:nvPr>
        </p:nvSpPr>
        <p:spPr>
          <a:xfrm>
            <a:off x="557784" y="585216"/>
            <a:ext cx="3241201" cy="814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Evolution of Sports ⚽️🏹🏈⚾️🏀 🎾 🥍 🏏 🎯 🎿 🥊 🏂 🥋 🏋️‍♀️ 🚲 🏊‍♀️ 🚣‍♀️ 🏹 🏇 ⛹️‍♀️ ⚽️</a:t>
            </a:r>
            <a:endParaRPr/>
          </a:p>
        </p:txBody>
      </p:sp>
      <p:sp>
        <p:nvSpPr>
          <p:cNvPr id="1213" name="Google Shape;1213;p18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Sports: Organized athletic competitions in ancient civilizations.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Medieval Sports: Jousting, archery, and other combat-oriented activities.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Sports: Increased organization, standardization, and professionalism.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 of Spectator Sports: Larger audiences, media coverage, and commercialization.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Globalization of Sports: International competitions and cultural exchange.</a:t>
            </a:r>
            <a:endParaRPr/>
          </a:p>
        </p:txBody>
      </p:sp>
      <p:pic>
        <p:nvPicPr>
          <p:cNvPr id="1214" name="Google Shape;1214;p1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