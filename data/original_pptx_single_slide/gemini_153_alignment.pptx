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8" r:id="rId1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8" Type="http://schemas.openxmlformats.org/officeDocument/2006/relationships/slide" Target="slides/slide1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9" name="Google Shape;1179;p1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29.jpg"/></Relationships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77"/>
          <p:cNvSpPr txBox="1"/>
          <p:nvPr>
            <p:ph type="title"/>
          </p:nvPr>
        </p:nvSpPr>
        <p:spPr>
          <a:xfrm>
            <a:off x="301792" y="310891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Evolution of Human Diets</a:t>
            </a:r>
            <a:endParaRPr/>
          </a:p>
        </p:txBody>
      </p:sp>
      <p:sp>
        <p:nvSpPr>
          <p:cNvPr id="1182" name="Google Shape;1182;p177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Hunter-Gatherer: Hunted animals and gathered plants for sustenance.</a:t>
            </a:r>
            <a:endParaRPr/>
          </a:p>
        </p:txBody>
      </p:sp>
      <p:sp>
        <p:nvSpPr>
          <p:cNvPr id="1183" name="Google Shape;1183;p177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Agricultural Revolution: Cultivation of crops and animal domestication led to more stable food sources.</a:t>
            </a:r>
            <a:endParaRPr/>
          </a:p>
        </p:txBody>
      </p:sp>
      <p:sp>
        <p:nvSpPr>
          <p:cNvPr id="1184" name="Google Shape;1184;p177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Industrial Revolution: Processed foods became more prevalent, leading to changes in nutrient intake.</a:t>
            </a:r>
            <a:endParaRPr/>
          </a:p>
        </p:txBody>
      </p:sp>
      <p:sp>
        <p:nvSpPr>
          <p:cNvPr id="1185" name="Google Shape;1185;p177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Modern Nutrition Trends: Focus on whole foods, plant-based diets, and sustainable agriculture.</a:t>
            </a:r>
            <a:endParaRPr/>
          </a:p>
        </p:txBody>
      </p:sp>
      <p:pic>
        <p:nvPicPr>
          <p:cNvPr id="1186" name="Google Shape;1186;p1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