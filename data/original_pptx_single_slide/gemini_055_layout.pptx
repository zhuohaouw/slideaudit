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0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jpg"/></Relationships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505" name="Google Shape;505;p7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 in some individuals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506" name="Google Shape;506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3040796" cy="3040796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