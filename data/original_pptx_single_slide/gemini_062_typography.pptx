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7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jpg"/></Relationships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solidFill>
                  <a:srgbClr val="D91A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Nanotechnology Advancements</a:t>
            </a:r>
            <a:endParaRPr/>
          </a:p>
        </p:txBody>
      </p:sp>
      <p:sp>
        <p:nvSpPr>
          <p:cNvPr id="554" name="Google Shape;554;p8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Nanotechnology is the manipulation of matter on an atomic and molecular scale.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to revolutionize industries like medicine, electronics, and energy.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Nanomedicine: Targeted drug delivery, diagnostics, and regenerative medicine.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Nanoelectronics: Smaller, faster, and more efficient electronic devices.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Energy: Improved solar cells, batteries, and energy storage.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Potential environmental and health risks, ethical concerns.</a:t>
            </a:r>
            <a:endParaRPr/>
          </a:p>
        </p:txBody>
      </p:sp>
      <p:pic>
        <p:nvPicPr>
          <p:cNvPr id="555" name="Google Shape;555;p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