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1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1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31bfb8c82e_1_11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jpg"/></Relationships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Future of Education 📚 🤖 🌎</a:t>
            </a:r>
            <a:endParaRPr/>
          </a:p>
        </p:txBody>
      </p:sp>
      <p:sp>
        <p:nvSpPr>
          <p:cNvPr id="390" name="Google Shape;390;p7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Personalized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Gamification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Intelligence and Automation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Virtual and Augmented Reality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Focus on Skills</a:t>
            </a:r>
            <a:endParaRPr/>
          </a:p>
        </p:txBody>
      </p:sp>
      <p:pic>
        <p:nvPicPr>
          <p:cNvPr id="391" name="Google Shape;391;p7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