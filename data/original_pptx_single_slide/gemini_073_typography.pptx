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8" r:id="rId7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8" Type="http://schemas.openxmlformats.org/officeDocument/2006/relationships/slide" Target="slides/slide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8" name="Google Shape;628;p7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97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solidFill>
                  <a:srgbClr val="E5D251"/>
                </a:solidFill>
                <a:latin typeface="Verdana"/>
                <a:ea typeface="Verdana"/>
                <a:cs typeface="Verdana"/>
                <a:sym typeface="Verdana"/>
              </a:rPr>
              <a:t>History of the Olympic Games</a:t>
            </a:r>
            <a:endParaRPr/>
          </a:p>
        </p:txBody>
      </p:sp>
      <p:sp>
        <p:nvSpPr>
          <p:cNvPr id="631" name="Google Shape;631;p97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Olympics: Held every 4 years in Olympia, Greece, from 776 BC to 393 AD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Featured athletic competitions and religious ceremonies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Olympics: Revived in 1896 by Pierre de Coubertin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Promotes international peace and unity through sports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Winter Olympics: Introduced in 1924 for winter sports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Paralympic Games: Started in 1960 for athletes with disabilities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Youth Olympic Games: Created in 1998 for young athletes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