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5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5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12" r:id="rId16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62" Type="http://schemas.openxmlformats.org/officeDocument/2006/relationships/slide" Target="slides/slide15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8" name="Shape 1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9" name="Google Shape;1209;p15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10" name="Google Shape;1210;p15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143.jpg"/></Relationships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1" name="Shape 1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2" name="Google Shape;1212;p181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Evolution of Sports ⚽️🏹🏈⚾️🏀 🎾 🥍 🏏 🎯 🎿 🥊 🏂 🥋 🏋️‍♀️ 🚲 🏊‍♀️ 🚣‍♀️ 🏹 🏇 ⛹️‍♀️ ⚽️</a:t>
            </a:r>
            <a:endParaRPr/>
          </a:p>
        </p:txBody>
      </p:sp>
      <p:sp>
        <p:nvSpPr>
          <p:cNvPr id="1213" name="Google Shape;1213;p181"/>
          <p:cNvSpPr txBox="1"/>
          <p:nvPr>
            <p:ph idx="1" type="body"/>
          </p:nvPr>
        </p:nvSpPr>
        <p:spPr>
          <a:xfrm>
            <a:off x="5382300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85000" lnSpcReduction="20000"/>
          </a:bodyPr>
          <a:lstStyle/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Ancient Sports: Organized athletic competitions in ancient civilizations.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Medieval Sports: Jousting, archery, and other combat-oriented activities.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Modern Sports: Increased organization, standardization, and professionalism.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Rise of Spectator Sports: Larger audiences, media coverage, and commercialization.</a:t>
            </a:r>
            <a:endParaRPr/>
          </a:p>
          <a:p>
            <a:pPr indent="-32575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Globalization of Sports: International competitions and cultural exchange.</a:t>
            </a:r>
            <a:endParaRPr/>
          </a:p>
        </p:txBody>
      </p:sp>
      <p:pic>
        <p:nvPicPr>
          <p:cNvPr id="1214" name="Google Shape;1214;p18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