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3" r:id="rId1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3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31bfb8c82e_1_33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15.jpg"/></Relationships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5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Artificial Intelligence Ethics 🤖</a:t>
            </a:r>
            <a:endParaRPr/>
          </a:p>
        </p:txBody>
      </p:sp>
      <p:sp>
        <p:nvSpPr>
          <p:cNvPr id="883" name="Google Shape;883;p15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Bias and Discrimination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Privacy and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Autonomous Weapons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Responsibility and Accountability</a:t>
            </a:r>
            <a:endParaRPr/>
          </a:p>
        </p:txBody>
      </p:sp>
      <p:pic>
        <p:nvPicPr>
          <p:cNvPr id="884" name="Google Shape;884;p15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