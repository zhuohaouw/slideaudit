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0" r:id="rId18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0" Type="http://schemas.openxmlformats.org/officeDocument/2006/relationships/slide" Target="slides/slide1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7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8" name="Google Shape;1338;p1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99"/>
          <p:cNvSpPr txBox="1"/>
          <p:nvPr>
            <p:ph type="title"/>
          </p:nvPr>
        </p:nvSpPr>
        <p:spPr>
          <a:xfrm>
            <a:off x="4312246" y="1676641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Surname Origins</a:t>
            </a:r>
            <a:endParaRPr/>
          </a:p>
        </p:txBody>
      </p:sp>
      <p:sp>
        <p:nvSpPr>
          <p:cNvPr id="1341" name="Google Shape;1341;p19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Surnames emerged during the Middle Ages (c. 1000)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Occupational surnames: Smith, Baker, Taylor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Locational surnames: Hill, Green, York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Patronymic/Matronymic surnames: Johnson, Williamson, Marriott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Surnames provide clues about ancestral origins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Occupational surnames reveal family trade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Locational surnames may indicate geographical origin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