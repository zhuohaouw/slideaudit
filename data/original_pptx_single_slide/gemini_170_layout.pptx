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5" r:id="rId17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5" Type="http://schemas.openxmlformats.org/officeDocument/2006/relationships/slide" Target="slides/slide1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3" name="Google Shape;1303;p1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49.jpg"/></Relationships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194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Butterfly Effect 🦋💥</a:t>
            </a:r>
            <a:endParaRPr/>
          </a:p>
        </p:txBody>
      </p:sp>
      <p:sp>
        <p:nvSpPr>
          <p:cNvPr id="1306" name="Google Shape;1306;p194"/>
          <p:cNvSpPr txBox="1"/>
          <p:nvPr>
            <p:ph idx="1" type="body"/>
          </p:nvPr>
        </p:nvSpPr>
        <p:spPr>
          <a:xfrm>
            <a:off x="4207051" y="221073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butterfly effect is the idea that small changes can have large, unpredictable consequences over time.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Based on the idea that a butterfly flapping its wings could eventually cause a typhoon.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 weather, small changes in initial conditions can lead to drastically different outcomes.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makes accurate long-term weather prediction challenging.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 other complex systems, like economics or social networks, the butterfly effect can also be observed.</a:t>
            </a:r>
            <a:endParaRPr/>
          </a:p>
        </p:txBody>
      </p:sp>
      <p:pic>
        <p:nvPicPr>
          <p:cNvPr id="1307" name="Google Shape;1307;p19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