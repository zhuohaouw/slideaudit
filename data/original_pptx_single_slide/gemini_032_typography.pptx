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7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jpg"/></Relationships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Sustainable Fashion Trends ♻️ 👗</a:t>
            </a:r>
            <a:endParaRPr/>
          </a:p>
        </p:txBody>
      </p:sp>
      <p:sp>
        <p:nvSpPr>
          <p:cNvPr id="336" name="Google Shape;336;p56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>
                <a:solidFill>
                  <a:srgbClr val="F4A74A"/>
                </a:solidFill>
              </a:rPr>
              <a:t>Recycled and Upcycled Materials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>
                <a:solidFill>
                  <a:srgbClr val="B1CE4C"/>
                </a:solidFill>
              </a:rPr>
              <a:t>Organic and Sustainable Fabrics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solidFill>
                  <a:srgbClr val="4951FE"/>
                </a:solidFill>
              </a:rPr>
              <a:t>Minimalist and Capsule Wardrobes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>
                <a:solidFill>
                  <a:srgbClr val="ECB989"/>
                </a:solidFill>
              </a:rPr>
              <a:t>Slow Fashion and Timeless Designs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>
                <a:solidFill>
                  <a:srgbClr val="C164BC"/>
                </a:solidFill>
              </a:rPr>
              <a:t>Secondhand and Vintage Clothing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3000">
                <a:solidFill>
                  <a:srgbClr val="847761"/>
                </a:solidFill>
              </a:rPr>
              <a:t>Clothing Rental and Swapping</a:t>
            </a:r>
            <a:endParaRPr/>
          </a:p>
        </p:txBody>
      </p:sp>
      <p:pic>
        <p:nvPicPr>
          <p:cNvPr id="337" name="Google Shape;337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