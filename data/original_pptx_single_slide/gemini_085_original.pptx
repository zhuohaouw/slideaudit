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0" r:id="rId9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0" Type="http://schemas.openxmlformats.org/officeDocument/2006/relationships/slide" Target="slides/slide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31bfb8c82e_1_225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76.jpg"/></Relationships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0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Urban Legends: Fact or Fiction?</a:t>
            </a:r>
            <a:endParaRPr/>
          </a:p>
        </p:txBody>
      </p:sp>
      <p:sp>
        <p:nvSpPr>
          <p:cNvPr id="628" name="Google Shape;628;p10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Urban legends are fictional stories passed off as true.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They often contain elements of mystery, horror, or humor.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Spread primarily through word-of-mouth and social media.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Their believability and relatability cause them to spread easily.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They often reflect social anxieties or cultural beliefs.</a:t>
            </a:r>
            <a:endParaRPr/>
          </a:p>
        </p:txBody>
      </p:sp>
      <p:pic>
        <p:nvPicPr>
          <p:cNvPr id="629" name="Google Shape;629;p10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