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7" r:id="rId9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7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31bfb8c82e_1_24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80.jpg"/></Relationships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16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Ancient Engineering Feats</a:t>
            </a:r>
            <a:endParaRPr/>
          </a:p>
        </p:txBody>
      </p:sp>
      <p:sp>
        <p:nvSpPr>
          <p:cNvPr id="670" name="Google Shape;670;p116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Leveraged simple machines: inclined planes, levers, pulleys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Used vast manpower: coordinated thousands of workers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Mastered material properties: understood stone, brick, and mortar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Applied astronomical knowledge: aligned structures with celestial events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Utilized precise measurements and calculations</a:t>
            </a:r>
            <a:endParaRPr/>
          </a:p>
        </p:txBody>
      </p:sp>
      <p:pic>
        <p:nvPicPr>
          <p:cNvPr id="671" name="Google Shape;671;p11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