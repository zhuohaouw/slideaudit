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2" r:id="rId10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2" Type="http://schemas.openxmlformats.org/officeDocument/2006/relationships/slide" Target="slides/slide9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31bfb8c82e_1_255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82.jpg"/></Relationships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121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Hidden History of Everyday Objects</a:t>
            </a:r>
            <a:endParaRPr/>
          </a:p>
        </p:txBody>
      </p:sp>
      <p:sp>
        <p:nvSpPr>
          <p:cNvPr id="700" name="Google Shape;700;p121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75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Tea Bags: Invented by accident when tea samples were sent in silk pouches.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Microwave Ovens: Discovered when a chocolate bar melted in a scientist's pocket near a radar magnetron.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Velcro: Inspired by burrs that stuck to a dog's fur.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Post-it Notes: Resulted from a failed attempt to create a strong adhesive.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Penicillin: A petri dish was left open and contaminated with mold, leading to the discovery of this life-saving antibiotic.</a:t>
            </a:r>
            <a:endParaRPr/>
          </a:p>
        </p:txBody>
      </p:sp>
      <p:pic>
        <p:nvPicPr>
          <p:cNvPr id="701" name="Google Shape;701;p121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