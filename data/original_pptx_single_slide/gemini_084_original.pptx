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39" r:id="rId8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89" Type="http://schemas.openxmlformats.org/officeDocument/2006/relationships/slide" Target="slides/slide8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31bfb8c82e_1_223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88.jpg"/></Relationships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108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Deep Sea Dwellers 🐡🦑🐙</a:t>
            </a:r>
            <a:endParaRPr/>
          </a:p>
        </p:txBody>
      </p:sp>
      <p:sp>
        <p:nvSpPr>
          <p:cNvPr id="622" name="Google Shape;622;p108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62500" lnSpcReduction="100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Deep-sea creatures live in extreme conditions: high pressure, low light, and freezing temperatures.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Bioluminescence: Many creatures create their own light for hunting, mating, and communication.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Gigantism: Some animals grow to enormous sizes due to slower metabolisms and lack of predators.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Unique Adaptations: Specialized eyes, camouflage, and bioluminescent lures are common.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Exploration: Remotely operated vehicles (ROVs) allow us to discover new species and ecosystems.</a:t>
            </a:r>
            <a:endParaRPr/>
          </a:p>
        </p:txBody>
      </p:sp>
      <p:pic>
        <p:nvPicPr>
          <p:cNvPr id="623" name="Google Shape;623;p10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