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5" r:id="rId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5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5.jpg"/></Relationships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4"/>
          <p:cNvSpPr txBox="1"/>
          <p:nvPr>
            <p:ph type="title"/>
          </p:nvPr>
        </p:nvSpPr>
        <p:spPr>
          <a:xfrm>
            <a:off x="1532674" y="2807893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Mind-Blowing Optical Illusions</a:t>
            </a:r>
            <a:endParaRPr/>
          </a:p>
        </p:txBody>
      </p:sp>
      <p:sp>
        <p:nvSpPr>
          <p:cNvPr id="610" name="Google Shape;610;p9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Ames Room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Müller-Lyer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Rotating Snakes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Ponzo Illusion</a:t>
            </a:r>
            <a:endParaRPr/>
          </a:p>
        </p:txBody>
      </p:sp>
      <p:pic>
        <p:nvPicPr>
          <p:cNvPr id="611" name="Google Shape;611;p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