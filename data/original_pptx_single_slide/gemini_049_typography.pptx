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4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04" r:id="rId5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54" Type="http://schemas.openxmlformats.org/officeDocument/2006/relationships/slide" Target="slides/slide4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4" name="Google Shape;454;p4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0.jpg"/></Relationships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73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Natural Language Processing (NLP)</a:t>
            </a:r>
            <a:endParaRPr/>
          </a:p>
        </p:txBody>
      </p:sp>
      <p:sp>
        <p:nvSpPr>
          <p:cNvPr id="457" name="Google Shape;457;p73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zh-CN"/>
              <a:t>Teaches computers to understand and interpret human language</a:t>
            </a:r>
            <a:endParaRPr/>
          </a:p>
        </p:txBody>
      </p:sp>
      <p:sp>
        <p:nvSpPr>
          <p:cNvPr id="458" name="Google Shape;458;p73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08108"/>
              <a:buNone/>
            </a:pPr>
            <a:r>
              <a:rPr b="0" i="0" lang="zh-CN" u="none">
                <a:solidFill>
                  <a:srgbClr val="3999E0"/>
                </a:solidFill>
              </a:rPr>
              <a:t>Uses techniques like tokenization, parsing, and sentiment analysis</a:t>
            </a:r>
            <a:endParaRPr/>
          </a:p>
        </p:txBody>
      </p:sp>
      <p:sp>
        <p:nvSpPr>
          <p:cNvPr id="459" name="Google Shape;459;p73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08108"/>
              <a:buNone/>
            </a:pPr>
            <a:r>
              <a:rPr lang="zh-CN"/>
              <a:t>Applications include chatbots, language translation, and text summarization</a:t>
            </a:r>
            <a:endParaRPr/>
          </a:p>
        </p:txBody>
      </p:sp>
      <p:sp>
        <p:nvSpPr>
          <p:cNvPr id="460" name="Google Shape;460;p73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zh-CN"/>
              <a:t>Essential for human-computer interaction and understanding</a:t>
            </a:r>
            <a:endParaRPr/>
          </a:p>
        </p:txBody>
      </p:sp>
      <p:pic>
        <p:nvPicPr>
          <p:cNvPr id="461" name="Google Shape;461;p7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