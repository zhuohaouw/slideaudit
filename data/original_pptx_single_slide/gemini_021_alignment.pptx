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6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Tomorrow's Tech: Crazy Inventions</a:t>
            </a:r>
            <a:endParaRPr/>
          </a:p>
        </p:txBody>
      </p:sp>
      <p:sp>
        <p:nvSpPr>
          <p:cNvPr id="259" name="Google Shape;259;p45"/>
          <p:cNvSpPr txBox="1"/>
          <p:nvPr>
            <p:ph idx="1" type="body"/>
          </p:nvPr>
        </p:nvSpPr>
        <p:spPr>
          <a:xfrm>
            <a:off x="27969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Brain-Computer Interfaces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Smart Contact Lenses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Holographic Displays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Shapeshifting Technology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Self-Healing Materials</a:t>
            </a:r>
            <a:endParaRPr/>
          </a:p>
        </p:txBody>
      </p:sp>
      <p:pic>
        <p:nvPicPr>
          <p:cNvPr id="260" name="Google Shape;260;p4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