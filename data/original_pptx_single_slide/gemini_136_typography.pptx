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3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36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91" r:id="rId14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41" Type="http://schemas.openxmlformats.org/officeDocument/2006/relationships/slide" Target="slides/slide13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2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Google Shape;1063;p136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64" name="Google Shape;1064;p13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6.xml"/><Relationship Id="rId3" Type="http://schemas.openxmlformats.org/officeDocument/2006/relationships/image" Target="../media/image134.jpg"/></Relationships>
</file>

<file path=ppt/slides/slide1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5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p160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Streaming Revolution</a:t>
            </a:r>
            <a:endParaRPr/>
          </a:p>
        </p:txBody>
      </p:sp>
      <p:sp>
        <p:nvSpPr>
          <p:cNvPr id="1067" name="Google Shape;1067;p160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77500" lnSpcReduction="20000"/>
          </a:bodyPr>
          <a:lstStyle/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 sz="3000">
                <a:latin typeface="Times New Roman"/>
                <a:ea typeface="Times New Roman"/>
                <a:cs typeface="Times New Roman"/>
                <a:sym typeface="Times New Roman"/>
              </a:rPr>
              <a:t>Rise of streaming services has disrupted traditional media (TV, movies, music).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 sz="3000">
                <a:latin typeface="Arial"/>
                <a:ea typeface="Arial"/>
                <a:cs typeface="Arial"/>
                <a:sym typeface="Arial"/>
              </a:rPr>
              <a:t>Streaming offers on-demand content, personalized recommendations, and accessibility.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 sz="3000">
                <a:latin typeface="Courier New"/>
                <a:ea typeface="Courier New"/>
                <a:cs typeface="Courier New"/>
                <a:sym typeface="Courier New"/>
              </a:rPr>
              <a:t>Traditional media faces declining viewership, impacting revenue and content creation.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 sz="3000">
                <a:latin typeface="Arial"/>
                <a:ea typeface="Arial"/>
                <a:cs typeface="Arial"/>
                <a:sym typeface="Arial"/>
              </a:rPr>
              <a:t>Streaming services invest in original content, attracting talent and audiences.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 sz="4000">
                <a:latin typeface="Comic Sans MS"/>
                <a:ea typeface="Comic Sans MS"/>
                <a:cs typeface="Comic Sans MS"/>
                <a:sym typeface="Comic Sans MS"/>
              </a:rPr>
              <a:t>The shift towards streaming has impacted the way media is consumed and produced.</a:t>
            </a:r>
            <a:endParaRPr/>
          </a:p>
        </p:txBody>
      </p:sp>
      <p:pic>
        <p:nvPicPr>
          <p:cNvPr id="1068" name="Google Shape;1068;p160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