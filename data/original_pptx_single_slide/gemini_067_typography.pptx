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2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2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2.jpg"/></Relationships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Wacky World Records 🌎🏆</a:t>
            </a:r>
            <a:endParaRPr/>
          </a:p>
        </p:txBody>
      </p:sp>
      <p:sp>
        <p:nvSpPr>
          <p:cNvPr id="589" name="Google Shape;589;p9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>
                <a:solidFill>
                  <a:srgbClr val="F62E88"/>
                </a:solidFill>
              </a:rPr>
              <a:t>MOST T-SHIRTS WORN AT ONCE: 260 T-SHIRTS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>
                <a:solidFill>
                  <a:srgbClr val="39FFDF"/>
                </a:solidFill>
              </a:rPr>
              <a:t>Heaviest Pumpkin: 1,226 kg (2,702 lb)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>
                <a:solidFill>
                  <a:srgbClr val="2ED52C"/>
                </a:solidFill>
              </a:rPr>
              <a:t>Longest Fingernails: 8.65 m (28 ft 4 in)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>
                <a:solidFill>
                  <a:srgbClr val="C4D085"/>
                </a:solidFill>
              </a:rPr>
              <a:t>Most Piercings: 516 modifications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>
                <a:solidFill>
                  <a:srgbClr val="37A205"/>
                </a:solidFill>
              </a:rPr>
              <a:t>Tallest Mohawk: 1.32 m (4 ft 4 in)</a:t>
            </a:r>
            <a:endParaRPr/>
          </a:p>
        </p:txBody>
      </p:sp>
      <p:pic>
        <p:nvPicPr>
          <p:cNvPr id="590" name="Google Shape;590;p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