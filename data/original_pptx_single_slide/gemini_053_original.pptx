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8" r:id="rId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8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1bfb8c82e_1_14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jpg"/></Relationships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Quantum Computing Applications</a:t>
            </a:r>
            <a:endParaRPr/>
          </a:p>
        </p:txBody>
      </p:sp>
      <p:sp>
        <p:nvSpPr>
          <p:cNvPr id="438" name="Google Shape;438;p7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Drug Discovery: Simulate and analyze molecular interactions to accelerate drug discovery.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Materials Science: Design and discover new materials with enhanced properties.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Financial Modeling: Optimize investment portfolios and risk management strategies.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Intelligence: Advance machine learning algorithms and AI capabilities.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Cryptography: Break current encryption methods and develop new cryptographic protocols.</a:t>
            </a:r>
            <a:endParaRPr/>
          </a:p>
        </p:txBody>
      </p:sp>
      <p:pic>
        <p:nvPicPr>
          <p:cNvPr id="439" name="Google Shape;439;p7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