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jpg"/></Relationships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Why Do We Dream?</a:t>
            </a:r>
            <a:endParaRPr/>
          </a:p>
        </p:txBody>
      </p:sp>
      <p:sp>
        <p:nvSpPr>
          <p:cNvPr id="329" name="Google Shape;329;p5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latin typeface="Courier New"/>
                <a:ea typeface="Courier New"/>
                <a:cs typeface="Courier New"/>
                <a:sym typeface="Courier New"/>
              </a:rPr>
              <a:t>While there is no definitive answer, scientists have several theories.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latin typeface="Courier New"/>
                <a:ea typeface="Courier New"/>
                <a:cs typeface="Courier New"/>
                <a:sym typeface="Courier New"/>
              </a:rPr>
              <a:t>DREAMS MAY HELP CONSOLIDATE MEMORIES AND LEARNING.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latin typeface="Comic Sans MS"/>
                <a:ea typeface="Comic Sans MS"/>
                <a:cs typeface="Comic Sans MS"/>
                <a:sym typeface="Comic Sans MS"/>
              </a:rPr>
              <a:t>They could be a way to process emotions and experiences.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latin typeface="Courier New"/>
                <a:ea typeface="Courier New"/>
                <a:cs typeface="Courier New"/>
                <a:sym typeface="Courier New"/>
              </a:rPr>
              <a:t>Some believe dreams are random brain activity with no meaning.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latin typeface="Comic Sans MS"/>
                <a:ea typeface="Comic Sans MS"/>
                <a:cs typeface="Comic Sans MS"/>
                <a:sym typeface="Comic Sans MS"/>
              </a:rPr>
              <a:t>Others theorize that dreams are a form of problem-solving.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latin typeface="Times New Roman"/>
                <a:ea typeface="Times New Roman"/>
                <a:cs typeface="Times New Roman"/>
                <a:sym typeface="Times New Roman"/>
              </a:rPr>
              <a:t>Dreams may also serve a physiological function, stimulating the brain.</a:t>
            </a:r>
            <a:endParaRPr/>
          </a:p>
        </p:txBody>
      </p:sp>
      <p:pic>
        <p:nvPicPr>
          <p:cNvPr id="330" name="Google Shape;330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