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1000"/>
              <a:t>The End of Lost Keys</a:t>
            </a:r>
            <a:endParaRPr/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Introducing "LuminaCharge": The revolutionary portable solar charger.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Never worry about a dead battery again.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Harness the power of the sun, anytime, anywhere.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Compact, durable, and stylish design.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Perfect for outdoor adventures, travel, and everyday life.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Stay connected and powered up with LuminaCharge.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Pre-order now and be one of the first to experience limitless power.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