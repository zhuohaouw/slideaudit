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5" r:id="rId17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5" Type="http://schemas.openxmlformats.org/officeDocument/2006/relationships/slide" Target="slides/slide1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31bfb8c82e_1_444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149.jpg"/></Relationships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194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Butterfly Effect 🦋💥</a:t>
            </a:r>
            <a:endParaRPr/>
          </a:p>
        </p:txBody>
      </p:sp>
      <p:sp>
        <p:nvSpPr>
          <p:cNvPr id="1136" name="Google Shape;1136;p194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butterfly effect is the idea that small changes can have large, unpredictable consequences over time.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Based on the idea that a butterfly flapping its wings could eventually cause a typhoon.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 weather, small changes in initial conditions can lead to drastically different outcomes.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makes accurate long-term weather prediction challenging.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 other complex systems, like economics or social networks, the butterfly effect can also be observed.</a:t>
            </a:r>
            <a:endParaRPr/>
          </a:p>
        </p:txBody>
      </p:sp>
      <p:pic>
        <p:nvPicPr>
          <p:cNvPr id="1137" name="Google Shape;1137;p194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