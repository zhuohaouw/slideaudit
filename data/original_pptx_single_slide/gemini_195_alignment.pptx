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50" r:id="rId20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0" Type="http://schemas.openxmlformats.org/officeDocument/2006/relationships/slide" Target="slides/slide19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19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5" name="Google Shape;1475;p19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170.jpg"/></Relationships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219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Role of Music in Religion</a:t>
            </a:r>
            <a:endParaRPr/>
          </a:p>
        </p:txBody>
      </p:sp>
      <p:sp>
        <p:nvSpPr>
          <p:cNvPr id="1478" name="Google Shape;1478;p219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Music plays a significant role in many religious and spiritual traditions.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to express devotion, praise, and connect with the divine.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Chanting, hymns, and instrumental music are common forms.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Music can create a sense of community and shared experience.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Examples: Gregorian chants in Christianity, Qawwali in Islam, and Bhajans in Hinduism.</a:t>
            </a:r>
            <a:endParaRPr/>
          </a:p>
        </p:txBody>
      </p:sp>
      <p:pic>
        <p:nvPicPr>
          <p:cNvPr id="1479" name="Google Shape;1479;p21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