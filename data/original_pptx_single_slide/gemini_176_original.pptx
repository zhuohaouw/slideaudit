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1" r:id="rId1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1" Type="http://schemas.openxmlformats.org/officeDocument/2006/relationships/slide" Target="slides/slide1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31bfb8c82e_1_45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61.jpg"/></Relationships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Lucky &amp; Unlucky Numbers</a:t>
            </a:r>
            <a:endParaRPr/>
          </a:p>
        </p:txBody>
      </p:sp>
      <p:sp>
        <p:nvSpPr>
          <p:cNvPr id="1171" name="Google Shape;1171;p200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cultures assign varying luckiness or unluckiness to specific numbers.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4 is unlucky in Chinese culture due to its similar sound to the word for "death".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7 is considered lucky in many Western cultures, potentially due to its frequent occurrence in religion and mythology.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8 is lucky in Chinese culture because it sounds similar to the word for "wealth" or "prosperity".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13 is considered unlucky in many Western cultures, potentially due to its association with the Last Supper.</a:t>
            </a:r>
            <a:endParaRPr/>
          </a:p>
        </p:txBody>
      </p:sp>
      <p:pic>
        <p:nvPicPr>
          <p:cNvPr id="1172" name="Google Shape;1172;p20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