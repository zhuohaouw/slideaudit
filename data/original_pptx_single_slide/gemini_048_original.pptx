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3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3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31bfb8c82e_1_124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9.jpg"/></Relationships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2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Introvert vs. Extrovert 🧠</a:t>
            </a:r>
            <a:endParaRPr/>
          </a:p>
        </p:txBody>
      </p:sp>
      <p:sp>
        <p:nvSpPr>
          <p:cNvPr id="402" name="Google Shape;402;p72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Introverts: Recharge by spending time alone; can feel drained by social interaction.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Extroverts: Recharge by spending time with others; can feel drained by solitude.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Introverts: Process information internally; may need time to reflect before responding.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Extroverts: Process information externally; often think out loud and enjoy brainstorming in groups.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Introverts: May prefer one-on-one interactions or small groups.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Extroverts: May prefer large gatherings and social events.</a:t>
            </a:r>
            <a:endParaRPr/>
          </a:p>
        </p:txBody>
      </p:sp>
      <p:pic>
        <p:nvPicPr>
          <p:cNvPr id="403" name="Google Shape;403;p7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