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5" r:id="rId1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5" Type="http://schemas.openxmlformats.org/officeDocument/2006/relationships/slide" Target="slides/slide1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0" name="Google Shape;1440;p1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62.jpg"/></Relationships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2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Time and Punctuality Across Cultures</a:t>
            </a:r>
            <a:endParaRPr/>
          </a:p>
        </p:txBody>
      </p:sp>
      <p:sp>
        <p:nvSpPr>
          <p:cNvPr id="1443" name="Google Shape;1443;p2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9A4C50"/>
                </a:solidFill>
                <a:latin typeface="Arial"/>
                <a:ea typeface="Arial"/>
                <a:cs typeface="Arial"/>
                <a:sym typeface="Arial"/>
              </a:rPr>
              <a:t>Time is seen as more flexible and fluid in some cultures (e.g. Africa).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DAC5F1"/>
                </a:solidFill>
                <a:latin typeface="Comic Sans MS"/>
                <a:ea typeface="Comic Sans MS"/>
                <a:cs typeface="Comic Sans MS"/>
                <a:sym typeface="Comic Sans MS"/>
              </a:rPr>
              <a:t>Time is seen as fixed and rigid in other cultures (e.g. Western societies).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9B6809"/>
                </a:solidFill>
                <a:latin typeface="Arial"/>
                <a:ea typeface="Arial"/>
                <a:cs typeface="Arial"/>
                <a:sym typeface="Arial"/>
              </a:rPr>
              <a:t>Punctuality is highly valued in cultures where time is seen as fixed.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344170"/>
                </a:solidFill>
                <a:latin typeface="Verdana"/>
                <a:ea typeface="Verdana"/>
                <a:cs typeface="Verdana"/>
                <a:sym typeface="Verdana"/>
              </a:rPr>
              <a:t>Being late is more acceptable in cultures where time is seen as flexible.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1EE945"/>
                </a:solidFill>
                <a:latin typeface="Verdana"/>
                <a:ea typeface="Verdana"/>
                <a:cs typeface="Verdana"/>
                <a:sym typeface="Verdana"/>
              </a:rPr>
              <a:t>Different perceptions of time influence business and social interactions.</a:t>
            </a:r>
            <a:endParaRPr/>
          </a:p>
        </p:txBody>
      </p:sp>
      <p:pic>
        <p:nvPicPr>
          <p:cNvPr id="1444" name="Google Shape;1444;p2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