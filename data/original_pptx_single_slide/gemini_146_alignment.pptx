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4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46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401" r:id="rId151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151" Type="http://schemas.openxmlformats.org/officeDocument/2006/relationships/slide" Target="slides/slide14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9" name="Shape 1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0" name="Google Shape;1130;p146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31" name="Google Shape;1131;p146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14" name="Google Shape;14;p3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5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26" name="Google Shape;26;p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28" name="Google Shape;28;p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7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7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8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40" name="Google Shape;40;p9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2" name="Google Shape;42;p9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" name="Google Shape;43;p9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46" name="Google Shape;46;p10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8" name="Google Shape;48;p10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1" name="Google Shape;51;p11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1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1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58" name="Google Shape;58;p11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" name="Google Shape;59;p11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" name="Google Shape;60;p11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" name="Google Shape;61;p11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11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1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66" name="Google Shape;66;p12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2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2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3" name="Google Shape;73;p12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2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0" name="Google Shape;80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1" name="Google Shape;8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8" name="Google Shape;8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2" name="Google Shape;92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3" name="Google Shape;10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7" name="Google Shape;107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8" name="Google Shape;108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9" name="Google Shape;10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6.xml"/><Relationship Id="rId3" Type="http://schemas.openxmlformats.org/officeDocument/2006/relationships/image" Target="../media/image124.jpg"/></Relationships>
</file>

<file path=ppt/slides/slide1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2" name="Shape 1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3" name="Google Shape;1133;p170"/>
          <p:cNvSpPr txBox="1"/>
          <p:nvPr>
            <p:ph type="title"/>
          </p:nvPr>
        </p:nvSpPr>
        <p:spPr>
          <a:xfrm>
            <a:off x="5413800" y="804675"/>
            <a:ext cx="3730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zh-CN"/>
              <a:t>Tornado Formation 🌪️</a:t>
            </a:r>
            <a:endParaRPr/>
          </a:p>
        </p:txBody>
      </p:sp>
      <p:sp>
        <p:nvSpPr>
          <p:cNvPr id="1134" name="Google Shape;1134;p170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92500" lnSpcReduction="20000"/>
          </a:bodyPr>
          <a:lstStyle/>
          <a:p>
            <a:pPr indent="-33432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Tornadoes are violently rotating columns of air that extend from a thunderstorm to the ground.</a:t>
            </a:r>
            <a:endParaRPr/>
          </a:p>
          <a:p>
            <a:pPr indent="-33432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Warm, moist air collides with cold, dry air creating instability.</a:t>
            </a:r>
            <a:endParaRPr/>
          </a:p>
          <a:p>
            <a:pPr indent="-33432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Wind shear creates a rotating effect.</a:t>
            </a:r>
            <a:endParaRPr/>
          </a:p>
          <a:p>
            <a:pPr indent="-33432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Updraft lifts the rotating air vertically, forming a funnel cloud.</a:t>
            </a:r>
            <a:endParaRPr/>
          </a:p>
          <a:p>
            <a:pPr indent="-33432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Funnel cloud touches the ground, becoming a tornado.</a:t>
            </a:r>
            <a:endParaRPr/>
          </a:p>
        </p:txBody>
      </p:sp>
      <p:pic>
        <p:nvPicPr>
          <p:cNvPr id="1135" name="Google Shape;1135;p170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