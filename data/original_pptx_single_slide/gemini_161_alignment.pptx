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6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61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416" r:id="rId16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66" Type="http://schemas.openxmlformats.org/officeDocument/2006/relationships/slide" Target="slides/slide16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9" name="Shape 1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0" name="Google Shape;1240;p161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41" name="Google Shape;1241;p16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61.xml"/><Relationship Id="rId3" Type="http://schemas.openxmlformats.org/officeDocument/2006/relationships/image" Target="../media/image157.jpg"/></Relationships>
</file>

<file path=ppt/slides/slide1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2" name="Shape 1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3" name="Google Shape;1243;p185"/>
          <p:cNvSpPr txBox="1"/>
          <p:nvPr>
            <p:ph type="title"/>
          </p:nvPr>
        </p:nvSpPr>
        <p:spPr>
          <a:xfrm>
            <a:off x="557735" y="585209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/>
              <a:t>Most Expensive Mistakes 💰</a:t>
            </a:r>
            <a:endParaRPr/>
          </a:p>
        </p:txBody>
      </p:sp>
      <p:sp>
        <p:nvSpPr>
          <p:cNvPr id="1244" name="Google Shape;1244;p185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lnSpcReduction="10000"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The Sinking of the Titanic (1912) - 1,500 Lives Lost, $7.5 Million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The Challenger Explosion (1986) - 7 Astronauts Killed, $5.5 Billion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The Chernobyl Disaster (1986) - 31 Direct Deaths, $200 Billion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The Deepwater Horizon Oil Spill (2010) - 11 Deaths, $65 Billion</a:t>
            </a:r>
            <a:endParaRPr/>
          </a:p>
        </p:txBody>
      </p:sp>
      <p:pic>
        <p:nvPicPr>
          <p:cNvPr id="1245" name="Google Shape;1245;p185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