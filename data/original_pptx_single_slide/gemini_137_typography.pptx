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3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3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92" r:id="rId14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42" Type="http://schemas.openxmlformats.org/officeDocument/2006/relationships/slide" Target="slides/slide13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0" name="Google Shape;1070;p13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71" name="Google Shape;1071;p13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7.xml"/></Relationships>
</file>

<file path=ppt/slides/slide1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2" name="Shape 10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3" name="Google Shape;1073;p161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Science of Habits</a:t>
            </a:r>
            <a:endParaRPr/>
          </a:p>
        </p:txBody>
      </p:sp>
      <p:sp>
        <p:nvSpPr>
          <p:cNvPr id="1074" name="Google Shape;1074;p161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 sz="1600">
                <a:latin typeface="Courier New"/>
                <a:ea typeface="Courier New"/>
                <a:cs typeface="Courier New"/>
                <a:sym typeface="Courier New"/>
              </a:rPr>
              <a:t>Cue: triggers the behavior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 sz="1000">
                <a:latin typeface="Comic Sans MS"/>
                <a:ea typeface="Comic Sans MS"/>
                <a:cs typeface="Comic Sans MS"/>
                <a:sym typeface="Comic Sans MS"/>
              </a:rPr>
              <a:t>Craving: desire for the reward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 sz="1000">
                <a:latin typeface="Courier New"/>
                <a:ea typeface="Courier New"/>
                <a:cs typeface="Courier New"/>
                <a:sym typeface="Courier New"/>
              </a:rPr>
              <a:t>Response: the action or habit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 sz="3000">
                <a:latin typeface="Verdana"/>
                <a:ea typeface="Verdana"/>
                <a:cs typeface="Verdana"/>
                <a:sym typeface="Verdana"/>
              </a:rPr>
              <a:t>Reward: positive reinforcement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 sz="2000">
                <a:latin typeface="Comic Sans MS"/>
                <a:ea typeface="Comic Sans MS"/>
                <a:cs typeface="Comic Sans MS"/>
                <a:sym typeface="Comic Sans MS"/>
              </a:rPr>
              <a:t>To break a habit, disrupt the cycle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 sz="1000">
                <a:latin typeface="Times New Roman"/>
                <a:ea typeface="Times New Roman"/>
                <a:cs typeface="Times New Roman"/>
                <a:sym typeface="Times New Roman"/>
              </a:rPr>
              <a:t>Identify your triggers and cravings.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 sz="2000">
                <a:latin typeface="Courier New"/>
                <a:ea typeface="Courier New"/>
                <a:cs typeface="Courier New"/>
                <a:sym typeface="Courier New"/>
              </a:rPr>
              <a:t>Replace the bad habit with a positive one.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