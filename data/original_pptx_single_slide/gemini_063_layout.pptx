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8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8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p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3.jpg"/></Relationships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7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Famous Last Words</a:t>
            </a:r>
            <a:endParaRPr/>
          </a:p>
        </p:txBody>
      </p:sp>
      <p:sp>
        <p:nvSpPr>
          <p:cNvPr id="561" name="Google Shape;561;p8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Marie Antoinette: "Pardon me sir, I did not mean to do it" - Misunderstanding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Julius Caesar: "Et tu, Brute?" - Betrayal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Ludwig van Beethoven: "I shall hear in heaven" - Hope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Leonardo da Vinci: "I have offended God and mankind" - Regret</a:t>
            </a:r>
            <a:endParaRPr/>
          </a:p>
        </p:txBody>
      </p:sp>
      <p:pic>
        <p:nvPicPr>
          <p:cNvPr id="562" name="Google Shape;562;p8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