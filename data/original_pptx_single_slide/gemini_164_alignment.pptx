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9" r:id="rId16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9" Type="http://schemas.openxmlformats.org/officeDocument/2006/relationships/slide" Target="slides/slide1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2" name="Google Shape;1262;p1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55.jpg"/></Relationships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88"/>
          <p:cNvSpPr txBox="1"/>
          <p:nvPr>
            <p:ph type="title"/>
          </p:nvPr>
        </p:nvSpPr>
        <p:spPr>
          <a:xfrm>
            <a:off x="279360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Berlin Wall: Rise and Fall</a:t>
            </a:r>
            <a:endParaRPr/>
          </a:p>
        </p:txBody>
      </p:sp>
      <p:sp>
        <p:nvSpPr>
          <p:cNvPr id="1265" name="Google Shape;1265;p188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Construction: Built in 1961 to separate East and West Berlin.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Fall: Fell in 1989, symbolizing the end of the Cold War.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Impact: Reunification of Germany, collapse of Soviet Union, and inspiration for global freedom movements.</a:t>
            </a:r>
            <a:endParaRPr/>
          </a:p>
        </p:txBody>
      </p:sp>
      <p:pic>
        <p:nvPicPr>
          <p:cNvPr id="1266" name="Google Shape;1266;p18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