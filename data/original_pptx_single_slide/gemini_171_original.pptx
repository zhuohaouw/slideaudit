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6" r:id="rId17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6" Type="http://schemas.openxmlformats.org/officeDocument/2006/relationships/slide" Target="slides/slide1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331bfb8c82e_1_446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153.jpg"/></Relationships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195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Famous Unsolved Treasure Mysteries</a:t>
            </a:r>
            <a:endParaRPr/>
          </a:p>
        </p:txBody>
      </p:sp>
      <p:sp>
        <p:nvSpPr>
          <p:cNvPr id="1142" name="Google Shape;1142;p195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Beale Ciphers (1885)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Oak Island Money Pit (1795)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Lima's Lost Treasure ($60 Million)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Lost Fabergé Eggs (1917)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Forrest Fenn's Treasure ($1-3 Million)</a:t>
            </a:r>
            <a:endParaRPr/>
          </a:p>
        </p:txBody>
      </p:sp>
      <p:pic>
        <p:nvPicPr>
          <p:cNvPr id="1143" name="Google Shape;1143;p195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