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1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jpg"/></Relationships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Space Travel Innovations 🛸🚀✨</a:t>
            </a:r>
            <a:endParaRPr/>
          </a:p>
        </p:txBody>
      </p:sp>
      <p:sp>
        <p:nvSpPr>
          <p:cNvPr id="363" name="Google Shape;363;p60"/>
          <p:cNvSpPr txBox="1"/>
          <p:nvPr>
            <p:ph idx="1" type="body"/>
          </p:nvPr>
        </p:nvSpPr>
        <p:spPr>
          <a:xfrm>
            <a:off x="5279300" y="1901949"/>
            <a:ext cx="4439148" cy="3373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Reusable Rockets: Reduced cost and increased accessibility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Advanced Propulsion: Ion drives, solar sails for faster and farther travel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Space Habitats: Inflatable modules, 3D printed structures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Resource Utilization: Mining asteroids and the Moon for materials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Space Tourism: Commercial spaceflight for research and leisure</a:t>
            </a:r>
            <a:endParaRPr/>
          </a:p>
        </p:txBody>
      </p:sp>
      <p:pic>
        <p:nvPicPr>
          <p:cNvPr id="364" name="Google Shape;364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