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3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87" r:id="rId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37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3" name="Google Shape;333;p3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8.jpg"/></Relationships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6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Sustainable Fashion Trends ♻️ 👗</a:t>
            </a:r>
            <a:endParaRPr/>
          </a:p>
        </p:txBody>
      </p:sp>
      <p:sp>
        <p:nvSpPr>
          <p:cNvPr id="336" name="Google Shape;336;p56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Recycled and Upcycled Materials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Organic and Sustainable Fabrics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Minimalist and Capsule Wardrobes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Slow Fashion and Timeless Designs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Secondhand and Vintage Clothing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Clothing Rental and Swapping</a:t>
            </a:r>
            <a:endParaRPr/>
          </a:p>
        </p:txBody>
      </p:sp>
      <p:pic>
        <p:nvPicPr>
          <p:cNvPr id="337" name="Google Shape;337;p5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