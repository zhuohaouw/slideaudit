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5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56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11" r:id="rId16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61" Type="http://schemas.openxmlformats.org/officeDocument/2006/relationships/slide" Target="slides/slide15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6" name="Shape 1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Google Shape;1047;g331bfb8c82e_1_4064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56.xml"/><Relationship Id="rId3" Type="http://schemas.openxmlformats.org/officeDocument/2006/relationships/image" Target="../media/image146.jpg"/></Relationships>
</file>

<file path=ppt/slides/slide1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8" name="Shape 1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" name="Google Shape;1049;p180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Flags: History and Symbolism</a:t>
            </a:r>
            <a:endParaRPr/>
          </a:p>
        </p:txBody>
      </p:sp>
      <p:sp>
        <p:nvSpPr>
          <p:cNvPr id="1050" name="Google Shape;1050;p180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National flags symbolize nations, ideals and values.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Flags trace back to ancient civilizations for identification.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Medieval flags represented noble families and military units.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Modern flags emerged with nation-states.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Colors and symbols often reflect history and culture.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Some flags have undergone redesigns to reflect changing values.</a:t>
            </a:r>
            <a:endParaRPr/>
          </a:p>
        </p:txBody>
      </p:sp>
      <p:pic>
        <p:nvPicPr>
          <p:cNvPr id="1051" name="Google Shape;1051;p180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