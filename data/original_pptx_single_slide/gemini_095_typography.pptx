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0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0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0" name="Google Shape;780;p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9.jpg"/></Relationships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sng">
                <a:latin typeface="Courier New"/>
                <a:ea typeface="Courier New"/>
                <a:cs typeface="Courier New"/>
                <a:sym typeface="Courier New"/>
              </a:rPr>
              <a:t>Animal Migration Patterns</a:t>
            </a:r>
            <a:endParaRPr/>
          </a:p>
        </p:txBody>
      </p:sp>
      <p:sp>
        <p:nvSpPr>
          <p:cNvPr id="783" name="Google Shape;783;p1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 migration is the seasonal movement of animals over long distances.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Reasons for migration include food availability, breeding, and climate.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Birds, mammals, fish, and insects all exhibit migration patterns.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Migratory routes can span thousands of miles and cross continents.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Navigation methods include celestial cues, magnetic fields, and learned routes.</a:t>
            </a:r>
            <a:endParaRPr/>
          </a:p>
        </p:txBody>
      </p:sp>
      <p:pic>
        <p:nvPicPr>
          <p:cNvPr id="784" name="Google Shape;784;p1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