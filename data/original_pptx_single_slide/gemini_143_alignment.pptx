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8" r:id="rId1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8" Type="http://schemas.openxmlformats.org/officeDocument/2006/relationships/slide" Target="slides/slide1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1" name="Google Shape;1111;p1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36.jpg"/></Relationships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6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Alphabets</a:t>
            </a:r>
            <a:endParaRPr/>
          </a:p>
        </p:txBody>
      </p:sp>
      <p:sp>
        <p:nvSpPr>
          <p:cNvPr id="1114" name="Google Shape;1114;p16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Writing: Pictograms and Ideograms represented objects and ideas.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Sumerian Cuneiform: Developed from pictographs into a system of wedge-shaped marks.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Egyptian Hieroglyphs: Combined logographic, syllabic and alphabetic elements.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Phoenician Alphabet: First widely used alphabet, representing consonant sounds.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Greek Alphabet: Adapted from Phoenician, added vowels.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Latin Alphabet: Evolved from Greek, basis for many modern alphabets.</a:t>
            </a:r>
            <a:endParaRPr/>
          </a:p>
        </p:txBody>
      </p:sp>
      <p:pic>
        <p:nvPicPr>
          <p:cNvPr id="1115" name="Google Shape;1115;p1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320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