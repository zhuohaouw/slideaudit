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6" r:id="rId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6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2" name="Google Shape;752;p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71.jpg"/></Relationships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15"/>
          <p:cNvSpPr txBox="1"/>
          <p:nvPr>
            <p:ph type="title"/>
          </p:nvPr>
        </p:nvSpPr>
        <p:spPr>
          <a:xfrm>
            <a:off x="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Vampires: Folklore to Pop Culture</a:t>
            </a:r>
            <a:endParaRPr/>
          </a:p>
        </p:txBody>
      </p:sp>
      <p:sp>
        <p:nvSpPr>
          <p:cNvPr id="755" name="Google Shape;755;p11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Folklore: Vampires are undead beings who feed on the blood of the living.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Origins: Stem from ancient folklore and superstition.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Depictions: Often monstrous and grotesque creatures.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Bram Stoker's Dracula: Popularized the modern image of the vampire as a charming, sophisticated predator.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and 21st Century: Countless books, films, and TV shows feature vampires, often romanticized or sympathetic.</a:t>
            </a:r>
            <a:endParaRPr/>
          </a:p>
        </p:txBody>
      </p:sp>
      <p:pic>
        <p:nvPicPr>
          <p:cNvPr id="756" name="Google Shape;756;p1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