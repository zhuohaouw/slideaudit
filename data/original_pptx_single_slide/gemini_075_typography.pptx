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0" r:id="rId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0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9.jpg"/></Relationships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u="sng">
                <a:latin typeface="Times New Roman"/>
                <a:ea typeface="Times New Roman"/>
                <a:cs typeface="Times New Roman"/>
                <a:sym typeface="Times New Roman"/>
              </a:rPr>
              <a:t>Unusual Phobias</a:t>
            </a:r>
            <a:endParaRPr/>
          </a:p>
        </p:txBody>
      </p:sp>
      <p:sp>
        <p:nvSpPr>
          <p:cNvPr id="644" name="Google Shape;644;p9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Ablutophobia: Fear of bathing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Coulrophobia: Fear of clowns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Hexakosioihexekontaphobia: Fear of the number 666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Omphalophobia: Fear of belly buttons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Turophobia: Fear of cheese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Psychological Roots: Stem from a combination of genetic predisposition and negative experiences</a:t>
            </a:r>
            <a:endParaRPr/>
          </a:p>
        </p:txBody>
      </p:sp>
      <p:pic>
        <p:nvPicPr>
          <p:cNvPr id="645" name="Google Shape;645;p9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