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8" r:id="rId1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8" Type="http://schemas.openxmlformats.org/officeDocument/2006/relationships/slide" Target="slides/slide1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5" name="Google Shape;1255;p1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50.jpg"/></Relationships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8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New Year Celebrations Around the World</a:t>
            </a:r>
            <a:endParaRPr/>
          </a:p>
        </p:txBody>
      </p:sp>
      <p:sp>
        <p:nvSpPr>
          <p:cNvPr id="1258" name="Google Shape;1258;p18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B5C03C"/>
                </a:solidFill>
                <a:latin typeface="Verdana"/>
                <a:ea typeface="Verdana"/>
                <a:cs typeface="Verdana"/>
                <a:sym typeface="Verdana"/>
              </a:rPr>
              <a:t>China: Celebrated with feasts, fireworks, and dragon dances.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FB26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Japan: Temples ring bells 108 times to symbolize the new year.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27E145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India: Varies by region, but often includes colorful decorations and prayers.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35CA7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Thailand: Celebrated with the Songkran water festival.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91B1D9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United States: Celebrated with parties, countdowns, and fireworks.</a:t>
            </a:r>
            <a:endParaRPr/>
          </a:p>
        </p:txBody>
      </p:sp>
      <p:pic>
        <p:nvPicPr>
          <p:cNvPr id="1259" name="Google Shape;1259;p18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