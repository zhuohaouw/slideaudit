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5" r:id="rId1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5" Type="http://schemas.openxmlformats.org/officeDocument/2006/relationships/slide" Target="slides/slide1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2" name="Google Shape;1022;p1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39.jpg"/></Relationships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5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Language 🗣️</a:t>
            </a:r>
            <a:endParaRPr/>
          </a:p>
        </p:txBody>
      </p:sp>
      <p:sp>
        <p:nvSpPr>
          <p:cNvPr id="1025" name="Google Shape;1025;p154"/>
          <p:cNvSpPr txBox="1"/>
          <p:nvPr>
            <p:ph idx="1" type="body"/>
          </p:nvPr>
        </p:nvSpPr>
        <p:spPr>
          <a:xfrm>
            <a:off x="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in primate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of symbolic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Emergence of grammar and syntax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Writing systems and literacy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Language's role in cultural evolution</a:t>
            </a:r>
            <a:endParaRPr/>
          </a:p>
        </p:txBody>
      </p:sp>
      <p:pic>
        <p:nvPicPr>
          <p:cNvPr id="1026" name="Google Shape;1026;p1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