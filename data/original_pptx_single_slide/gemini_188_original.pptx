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3" r:id="rId19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3" Type="http://schemas.openxmlformats.org/officeDocument/2006/relationships/slide" Target="slides/slide1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331bfb8c82e_1_48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168.jpg"/></Relationships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212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Wedding Traditions Around the World</a:t>
            </a:r>
            <a:endParaRPr/>
          </a:p>
        </p:txBody>
      </p:sp>
      <p:sp>
        <p:nvSpPr>
          <p:cNvPr id="1241" name="Google Shape;1241;p212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India: Hindu ceremonies involve a sacred fire and seven vows.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China: Red symbolizes luck and prosperity.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Traditional Shinto ceremonies involve purification rituals.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Morocco: Elaborate multi-day celebrations with henna and feasting.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Scotland: Bagpipes, kilts, and traditional dances.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Jewish: Breaking of a glass and celebratory hora dance.</a:t>
            </a:r>
            <a:endParaRPr/>
          </a:p>
        </p:txBody>
      </p:sp>
      <p:pic>
        <p:nvPicPr>
          <p:cNvPr id="1242" name="Google Shape;1242;p21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