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0" r:id="rId1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0" Type="http://schemas.openxmlformats.org/officeDocument/2006/relationships/slide" Target="slides/slide1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7" name="Google Shape;1057;p1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25.jpg"/></Relationships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59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060" name="Google Shape;1060;p159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often involves incongruity, surprise, and a violation of expectations.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can be used to cope with difficult situations and reduce stress.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bonds, diffusing conflict, and increasing social cohesion.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styles vary across cultures and individuals.</a:t>
            </a:r>
            <a:endParaRPr/>
          </a:p>
        </p:txBody>
      </p:sp>
      <p:pic>
        <p:nvPicPr>
          <p:cNvPr id="1061" name="Google Shape;1061;p1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