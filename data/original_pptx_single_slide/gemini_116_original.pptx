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1" r:id="rId1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1" Type="http://schemas.openxmlformats.org/officeDocument/2006/relationships/slide" Target="slides/slide1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31bfb8c82e_1_305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109.jpg"/></Relationships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40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Unsolved Ancient Mysteries</a:t>
            </a:r>
            <a:endParaRPr/>
          </a:p>
        </p:txBody>
      </p:sp>
      <p:sp>
        <p:nvSpPr>
          <p:cNvPr id="812" name="Google Shape;812;p140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Antikythera Mechanism: Ancient Greek astronomical calculator.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Voynich Manuscript: Undeciphered medieval text.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Baghdad Battery: Ancient Mesopotamian battery?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Saqqara Bird: Ancient Egyptian wooden bird model - could it have flown?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Nazca Lines: Ancient Peruvian geoglyphs of unknown purpose.</a:t>
            </a:r>
            <a:endParaRPr/>
          </a:p>
        </p:txBody>
      </p:sp>
      <p:pic>
        <p:nvPicPr>
          <p:cNvPr id="813" name="Google Shape;813;p140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