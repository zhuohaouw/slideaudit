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5" r:id="rId19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5" Type="http://schemas.openxmlformats.org/officeDocument/2006/relationships/slide" Target="slides/slide1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0" name="Google Shape;1440;p1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71.jpg"/></Relationships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2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Time and Punctuality Across Cultures</a:t>
            </a:r>
            <a:endParaRPr/>
          </a:p>
        </p:txBody>
      </p:sp>
      <p:sp>
        <p:nvSpPr>
          <p:cNvPr id="1443" name="Google Shape;1443;p214"/>
          <p:cNvSpPr txBox="1"/>
          <p:nvPr>
            <p:ph idx="1" type="body"/>
          </p:nvPr>
        </p:nvSpPr>
        <p:spPr>
          <a:xfrm>
            <a:off x="55869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is seen as more flexible and fluid in some cultures (e.g. Africa).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is seen as fixed and rigid in other cultures (e.g. Western societies).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Punctuality is highly valued in cultures where time is seen as fixed.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Being late is more acceptable in cultures where time is seen as flexible.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perceptions of time influence business and social interactions.</a:t>
            </a:r>
            <a:endParaRPr/>
          </a:p>
        </p:txBody>
      </p:sp>
      <p:pic>
        <p:nvPicPr>
          <p:cNvPr id="1444" name="Google Shape;1444;p2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