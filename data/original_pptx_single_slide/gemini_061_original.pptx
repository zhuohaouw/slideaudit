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6" r:id="rId6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6" Type="http://schemas.openxmlformats.org/officeDocument/2006/relationships/slide" Target="slides/slide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31bfb8c82e_1_163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8.jpg"/></Relationships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85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Tattoos: Cultural History</a:t>
            </a:r>
            <a:endParaRPr/>
          </a:p>
        </p:txBody>
      </p:sp>
      <p:sp>
        <p:nvSpPr>
          <p:cNvPr id="486" name="Google Shape;486;p85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Egypt: Tattoos symbolized status, religious beliefs, and healing.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Polynesia: Intricate tattoos indicated social rank, genealogy, and achievements.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Japan: Irezumi tattoos were associated with both spirituality and the criminal underworld.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Native Americans: Tattoos represented tribal affiliation, spiritual protection, and personal narratives.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Modern Times: Tattoos are a form of self-expression, art, and cultural identity.</a:t>
            </a:r>
            <a:endParaRPr/>
          </a:p>
        </p:txBody>
      </p:sp>
      <p:pic>
        <p:nvPicPr>
          <p:cNvPr id="487" name="Google Shape;487;p85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