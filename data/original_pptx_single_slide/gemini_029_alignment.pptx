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jpg"/></Relationships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Virtual Reality in Healthcare 🩺</a:t>
            </a:r>
            <a:endParaRPr/>
          </a:p>
        </p:txBody>
      </p:sp>
      <p:sp>
        <p:nvSpPr>
          <p:cNvPr id="315" name="Google Shape;315;p5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medical training allows for risk-free, repeatable practice.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exposure therapy can treat phobias and PTSD safely.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can aid in pain management and distraction therapy.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enables remote consultations and telemedicine.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Surgical planning and simulation can be done in VR.</a:t>
            </a:r>
            <a:endParaRPr/>
          </a:p>
        </p:txBody>
      </p:sp>
      <p:pic>
        <p:nvPicPr>
          <p:cNvPr id="316" name="Google Shape;316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