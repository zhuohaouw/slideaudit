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1" r:id="rId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1" Type="http://schemas.openxmlformats.org/officeDocument/2006/relationships/slide" Target="slides/slide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p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History of Timekeeping 🕰️</a:t>
            </a:r>
            <a:endParaRPr/>
          </a:p>
        </p:txBody>
      </p:sp>
      <p:sp>
        <p:nvSpPr>
          <p:cNvPr id="720" name="Google Shape;720;p110"/>
          <p:cNvSpPr txBox="1"/>
          <p:nvPr>
            <p:ph idx="1" type="body"/>
          </p:nvPr>
        </p:nvSpPr>
        <p:spPr>
          <a:xfrm>
            <a:off x="27069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humans: observed natural cycles (sun, moon, seasons).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Sundials: tracked sun's shadow for daytime hours.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Water clocks: measured flow of water to mark time.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Hourglasses: used sand to measure set durations.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Mechanical clocks: revolutionized timekeeping with gears and pendulums.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Atomic clocks: most accurate timekeeping, based on atomic vibrations.</a:t>
            </a:r>
            <a:endParaRPr/>
          </a:p>
        </p:txBody>
      </p:sp>
      <p:pic>
        <p:nvPicPr>
          <p:cNvPr id="721" name="Google Shape;721;p1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