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5" r:id="rId1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5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0" name="Google Shape;1090;p1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8.jpg"/></Relationships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6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Flight</a:t>
            </a:r>
            <a:endParaRPr/>
          </a:p>
        </p:txBody>
      </p:sp>
      <p:sp>
        <p:nvSpPr>
          <p:cNvPr id="1093" name="Google Shape;1093;p164"/>
          <p:cNvSpPr txBox="1"/>
          <p:nvPr>
            <p:ph idx="1" type="body"/>
          </p:nvPr>
        </p:nvSpPr>
        <p:spPr>
          <a:xfrm>
            <a:off x="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Ornithopters: Inspired by birds and insects, flapping wings to achieve lift.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Gliders: Utilize air currents and lift to soar, controlled flight without an engine.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Hot Air Balloons: Buoyancy from heated air enables flight, limited control.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Powered Airplanes: Internal combustion engines and propellers revolutionized air travel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Aviation: Jet engines and advanced materials enable faster, higher, and farther flights</a:t>
            </a:r>
            <a:endParaRPr/>
          </a:p>
        </p:txBody>
      </p:sp>
      <p:pic>
        <p:nvPicPr>
          <p:cNvPr id="1094" name="Google Shape;1094;p1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