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2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28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283" r:id="rId3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33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8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p28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9.jpg"/></Relationships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52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>
                <a:solidFill>
                  <a:srgbClr val="761FCA"/>
                </a:solidFill>
                <a:latin typeface="Arial"/>
                <a:ea typeface="Arial"/>
                <a:cs typeface="Arial"/>
                <a:sym typeface="Arial"/>
              </a:rPr>
              <a:t>Extreme Weather Events ⛈️🔥🌊</a:t>
            </a:r>
            <a:endParaRPr/>
          </a:p>
        </p:txBody>
      </p:sp>
      <p:sp>
        <p:nvSpPr>
          <p:cNvPr id="308" name="Google Shape;308;p52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Heat waves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Droughts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Floods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Wildfires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Winter storms</a:t>
            </a:r>
            <a:endParaRPr/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CN"/>
              <a:t>Tornadoes and hurricanes</a:t>
            </a:r>
            <a:endParaRPr/>
          </a:p>
        </p:txBody>
      </p:sp>
      <p:pic>
        <p:nvPicPr>
          <p:cNvPr id="309" name="Google Shape;309;p52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