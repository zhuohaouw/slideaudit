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6" r:id="rId19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6" Type="http://schemas.openxmlformats.org/officeDocument/2006/relationships/slide" Target="slides/slide19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331bfb8c82e_1_496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169.jpg"/></Relationships>
</file>

<file path=ppt/slides/slide1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215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Aurora Borealis: Explained</a:t>
            </a:r>
            <a:endParaRPr/>
          </a:p>
        </p:txBody>
      </p:sp>
      <p:sp>
        <p:nvSpPr>
          <p:cNvPr id="1259" name="Google Shape;1259;p215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Aurora Borealis, also known as the Northern Lights, are a natural light display in the sky.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They are caused by collisions between charged particles from the sun and the Earth's atmosphere.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These collisions excite atmospheric gases, causing them to emit light.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Colors vary depending on the type of gas: oxygen (green and red), nitrogen (blue and purple).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Most often seen in polar regions due to Earth's magnetic field.</a:t>
            </a:r>
            <a:endParaRPr/>
          </a:p>
        </p:txBody>
      </p:sp>
      <p:pic>
        <p:nvPicPr>
          <p:cNvPr id="1260" name="Google Shape;1260;p215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