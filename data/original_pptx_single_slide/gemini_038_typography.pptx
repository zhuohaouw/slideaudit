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3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3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p3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2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Ethics of Human Cloning</a:t>
            </a:r>
            <a:endParaRPr/>
          </a:p>
        </p:txBody>
      </p:sp>
      <p:sp>
        <p:nvSpPr>
          <p:cNvPr id="377" name="Google Shape;377;p62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200"/>
              <a:t>Ethical Concerns: Potential for physical harm, emotional distress, and identity issues.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4000"/>
              <a:t>Moral Status: Questions surrounding the moral status of clones.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200"/>
              <a:t>Risks: Genetic abnormalities, exploitation, and social inequality.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000"/>
              <a:t>Regulation: Need for strict regulations and oversight.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200"/>
              <a:t>Societal Impact: Potential for devaluing human life and altering family structures.</a:t>
            </a:r>
            <a:endParaRPr/>
          </a:p>
        </p:txBody>
      </p:sp>
      <p:pic>
        <p:nvPicPr>
          <p:cNvPr id="378" name="Google Shape;378;p6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