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1" r:id="rId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1" Type="http://schemas.openxmlformats.org/officeDocument/2006/relationships/slide" Target="slides/slide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p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0.jpg"/></Relationships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4444"/>
              <a:buNone/>
            </a:pPr>
            <a:r>
              <a:rPr lang="zh-CN" sz="1600"/>
              <a:t>History of Timekeeping 🕰️</a:t>
            </a:r>
            <a:endParaRPr/>
          </a:p>
        </p:txBody>
      </p:sp>
      <p:sp>
        <p:nvSpPr>
          <p:cNvPr id="720" name="Google Shape;720;p1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 timekeeping, based on atomic vibrations.</a:t>
            </a:r>
            <a:endParaRPr/>
          </a:p>
        </p:txBody>
      </p:sp>
      <p:pic>
        <p:nvPicPr>
          <p:cNvPr id="721" name="Google Shape;721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