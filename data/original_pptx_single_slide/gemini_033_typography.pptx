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8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8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p3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4.jpg"/></Relationships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History's Deadliest Pandemics</a:t>
            </a:r>
            <a:endParaRPr/>
          </a:p>
        </p:txBody>
      </p:sp>
      <p:sp>
        <p:nvSpPr>
          <p:cNvPr id="343" name="Google Shape;343;p5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 lnSpcReduction="20000"/>
          </a:bodyPr>
          <a:lstStyle/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u="sng">
                <a:latin typeface="Comic Sans MS"/>
                <a:ea typeface="Comic Sans MS"/>
                <a:cs typeface="Comic Sans MS"/>
                <a:sym typeface="Comic Sans MS"/>
              </a:rPr>
              <a:t>The Black Death (1346-1353): Killed 75-200 million people in Europe and Asia.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none">
                <a:latin typeface="Comic Sans MS"/>
                <a:ea typeface="Comic Sans MS"/>
                <a:cs typeface="Comic Sans MS"/>
                <a:sym typeface="Comic Sans MS"/>
              </a:rPr>
              <a:t>Spanish Flu (1918-1920): Infected 500 million people worldwide and resulted in 50 million deaths.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0" lang="zh-CN" u="sng">
                <a:latin typeface="Times New Roman"/>
                <a:ea typeface="Times New Roman"/>
                <a:cs typeface="Times New Roman"/>
                <a:sym typeface="Times New Roman"/>
              </a:rPr>
              <a:t>HIV/AIDS (1981-Present): 32 million deaths and 38 million people living with HIV globally.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0" lang="zh-CN" u="none">
                <a:latin typeface="Comic Sans MS"/>
                <a:ea typeface="Comic Sans MS"/>
                <a:cs typeface="Comic Sans MS"/>
                <a:sym typeface="Comic Sans MS"/>
              </a:rPr>
              <a:t>COVID-19 (2019-Present): Over 6.8 million deaths worldwide, with long-term effects still unknown.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0" lang="zh-CN" u="none">
                <a:latin typeface="Comic Sans MS"/>
                <a:ea typeface="Comic Sans MS"/>
                <a:cs typeface="Comic Sans MS"/>
                <a:sym typeface="Comic Sans MS"/>
              </a:rPr>
              <a:t>Pandemics cause widespread illness, death, economic disruption, and social instability.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zh-CN" u="none">
                <a:latin typeface="Courier New"/>
                <a:ea typeface="Courier New"/>
                <a:cs typeface="Courier New"/>
                <a:sym typeface="Courier New"/>
              </a:rPr>
              <a:t>They highlight the importance of public health infrastructure and global cooperation.</a:t>
            </a:r>
            <a:endParaRPr/>
          </a:p>
        </p:txBody>
      </p:sp>
      <p:pic>
        <p:nvPicPr>
          <p:cNvPr id="344" name="Google Shape;344;p5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