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4" r:id="rId7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4" Type="http://schemas.openxmlformats.org/officeDocument/2006/relationships/slide" Target="slides/slide6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0" name="Google Shape;600;p6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7.jpg"/></Relationships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93"/>
          <p:cNvSpPr txBox="1"/>
          <p:nvPr>
            <p:ph type="title"/>
          </p:nvPr>
        </p:nvSpPr>
        <p:spPr>
          <a:xfrm>
            <a:off x="548713" y="603482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April Fool's Day: Origins &amp; Greatest Pranks</a:t>
            </a:r>
            <a:endParaRPr/>
          </a:p>
        </p:txBody>
      </p:sp>
      <p:sp>
        <p:nvSpPr>
          <p:cNvPr id="603" name="Google Shape;603;p93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Origins: Unknown, but may be linked to the change from the Julian to Gregorian calendar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Greatest Pranks: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1957: BBC Spaghetti Tree Harvest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1996: Taco Liberty Bell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1998: Left-Handed Day, Boston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2008: Flying Penguins, BBC</a:t>
            </a:r>
            <a:endParaRPr/>
          </a:p>
        </p:txBody>
      </p:sp>
      <p:pic>
        <p:nvPicPr>
          <p:cNvPr id="604" name="Google Shape;604;p9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