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3" r:id="rId1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3" Type="http://schemas.openxmlformats.org/officeDocument/2006/relationships/slide" Target="slides/slide1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3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7" name="Google Shape;1077;p13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117.jpg"/></Relationships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62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>
                <a:solidFill>
                  <a:srgbClr val="4728A5"/>
                </a:solidFill>
                <a:latin typeface="Arial"/>
                <a:ea typeface="Arial"/>
                <a:cs typeface="Arial"/>
                <a:sym typeface="Arial"/>
              </a:rPr>
              <a:t>Ancient Astronomy 🔭💫</a:t>
            </a:r>
            <a:endParaRPr/>
          </a:p>
        </p:txBody>
      </p:sp>
      <p:sp>
        <p:nvSpPr>
          <p:cNvPr id="1080" name="Google Shape;1080;p162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civilizations observed and tracked celestial objects.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used this knowledge to create calendars, predict seasons, and navigate.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Structures like Stonehenge and the Pyramids may have astronomical alignments.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astronomers made significant contributions to our understanding of the cosmos.</a:t>
            </a:r>
            <a:endParaRPr/>
          </a:p>
        </p:txBody>
      </p:sp>
      <p:pic>
        <p:nvPicPr>
          <p:cNvPr id="1081" name="Google Shape;1081;p16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