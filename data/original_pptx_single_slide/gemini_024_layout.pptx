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jpg"/></Relationships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Brain-Computer Interfaces 🧠🤖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508525" y="1883625"/>
            <a:ext cx="6446562" cy="4575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allow direct communication between the brain and external devices.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external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have many potential applications, including: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Prosthetics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Communication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Assistive technologies</a:t>
            </a:r>
            <a:endParaRPr/>
          </a:p>
        </p:txBody>
      </p:sp>
      <p:pic>
        <p:nvPicPr>
          <p:cNvPr id="281" name="Google Shape;281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