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7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7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31bfb8c82e_1_80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7.jpg"/></Relationships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6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Sustainable Fashion Trends ♻️ 👗</a:t>
            </a:r>
            <a:endParaRPr/>
          </a:p>
        </p:txBody>
      </p:sp>
      <p:sp>
        <p:nvSpPr>
          <p:cNvPr id="304" name="Google Shape;304;p56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Recycled and Upcycled Materials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Organic and Sustainable Fabrics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Minimalist and Capsule Wardrobes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Slow Fashion and Timeless Designs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Secondhand and Vintage Clothing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Clothing Rental and Swapping</a:t>
            </a:r>
            <a:endParaRPr/>
          </a:p>
        </p:txBody>
      </p:sp>
      <p:pic>
        <p:nvPicPr>
          <p:cNvPr id="305" name="Google Shape;305;p56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864" y="585216"/>
            <a:ext cx="3968400" cy="396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