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5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51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06" r:id="rId15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56" Type="http://schemas.openxmlformats.org/officeDocument/2006/relationships/slide" Target="slides/slide15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4" name="Shape 1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" name="Google Shape;1165;p151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66" name="Google Shape;1166;p15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1.xml"/></Relationships>
</file>

<file path=ppt/slides/slide1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7" name="Shape 1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8" name="Google Shape;1168;p175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The Psychology of Motivation</a:t>
            </a:r>
            <a:endParaRPr/>
          </a:p>
        </p:txBody>
      </p:sp>
      <p:sp>
        <p:nvSpPr>
          <p:cNvPr id="1169" name="Google Shape;1169;p175"/>
          <p:cNvSpPr txBox="1"/>
          <p:nvPr>
            <p:ph idx="1" type="body"/>
          </p:nvPr>
        </p:nvSpPr>
        <p:spPr>
          <a:xfrm>
            <a:off x="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Motivation: Driven by desire to achieve goals and fueled by positive reinforcement.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Intrinsic Motivation: Comes from within, driven by personal satisfaction.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Extrinsic Motivation: Comes from external factors like rewards.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Productivity: Requires consistent effort and effective strategies.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Goal Setting: Break tasks down into smaller, achievable goals.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Time Management: Prioritize tasks and avoid procrastination.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Positive Reinforcement: Reward accomplishments to maintain motivation.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