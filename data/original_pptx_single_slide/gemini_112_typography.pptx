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1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12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67" r:id="rId1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17" Type="http://schemas.openxmlformats.org/officeDocument/2006/relationships/slide" Target="slides/slide1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5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p112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97" name="Google Shape;897;p11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2.xml"/><Relationship Id="rId3" Type="http://schemas.openxmlformats.org/officeDocument/2006/relationships/image" Target="../media/image95.jpg"/></Relationships>
</file>

<file path=ppt/slides/slide1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8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p136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CN"/>
              <a:t>Martial Arts: Origins and Evolution</a:t>
            </a:r>
            <a:endParaRPr/>
          </a:p>
        </p:txBody>
      </p:sp>
      <p:sp>
        <p:nvSpPr>
          <p:cNvPr id="900" name="Google Shape;900;p136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fontScale="77500" lnSpcReduction="10000"/>
          </a:bodyPr>
          <a:lstStyle/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i="1" lang="zh-CN" u="sng">
                <a:latin typeface="Verdana"/>
                <a:ea typeface="Verdana"/>
                <a:cs typeface="Verdana"/>
                <a:sym typeface="Verdana"/>
              </a:rPr>
              <a:t>Developed over centuries for self-defense, military training, and spiritual development.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0" i="0" lang="zh-CN" u="sng">
                <a:latin typeface="Verdana"/>
                <a:ea typeface="Verdana"/>
                <a:cs typeface="Verdana"/>
                <a:sym typeface="Verdana"/>
              </a:rPr>
              <a:t>ANCIENT ORIGINS IN VARIOUS CULTURES WORLDWIDE: CHINA, INDIA, GREECE, EGYPT.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0" i="0" lang="zh-CN" u="none">
                <a:latin typeface="Times New Roman"/>
                <a:ea typeface="Times New Roman"/>
                <a:cs typeface="Times New Roman"/>
                <a:sym typeface="Times New Roman"/>
              </a:rPr>
              <a:t>Influenced by warfare, philosophy, and religion.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i="1" lang="zh-CN" u="none">
                <a:latin typeface="Comic Sans MS"/>
                <a:ea typeface="Comic Sans MS"/>
                <a:cs typeface="Comic Sans MS"/>
                <a:sym typeface="Comic Sans MS"/>
              </a:rPr>
              <a:t>Evolved into diverse styles with unique techniques, philosophies, and focuses.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i="0" lang="zh-CN" u="none">
                <a:latin typeface="Times New Roman"/>
                <a:ea typeface="Times New Roman"/>
                <a:cs typeface="Times New Roman"/>
                <a:sym typeface="Times New Roman"/>
              </a:rPr>
              <a:t>Modern martial arts practiced for self-defense, fitness, and competition.</a:t>
            </a:r>
            <a:endParaRPr/>
          </a:p>
        </p:txBody>
      </p:sp>
      <p:pic>
        <p:nvPicPr>
          <p:cNvPr id="901" name="Google Shape;901;p136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