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7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7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28" r:id="rId17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78" Type="http://schemas.openxmlformats.org/officeDocument/2006/relationships/slide" Target="slides/slide17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2" name="Shape 1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3" name="Google Shape;1323;p17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24" name="Google Shape;1324;p17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3.xml"/><Relationship Id="rId3" Type="http://schemas.openxmlformats.org/officeDocument/2006/relationships/image" Target="../media/image168.jpg"/></Relationships>
</file>

<file path=ppt/slides/slide1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5" name="Shape 1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" name="Google Shape;1326;p197"/>
          <p:cNvSpPr txBox="1"/>
          <p:nvPr>
            <p:ph type="title"/>
          </p:nvPr>
        </p:nvSpPr>
        <p:spPr>
          <a:xfrm>
            <a:off x="5431500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Famous Flops 💥</a:t>
            </a:r>
            <a:endParaRPr/>
          </a:p>
        </p:txBody>
      </p:sp>
      <p:sp>
        <p:nvSpPr>
          <p:cNvPr id="1327" name="Google Shape;1327;p19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85000" lnSpcReduction="20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Google Glass - Privacy concerns and high price tag.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New Coke - Customer backlash and brand loyalty to original formula.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Segway - High cost, limited practicality, and safety concerns.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DeLorean DMC-12 - Production delays, high price, and poor performance.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Betamax - Inferior marketing strategy compared to VHS.</a:t>
            </a:r>
            <a:endParaRPr/>
          </a:p>
        </p:txBody>
      </p:sp>
      <p:pic>
        <p:nvPicPr>
          <p:cNvPr id="1328" name="Google Shape;1328;p19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