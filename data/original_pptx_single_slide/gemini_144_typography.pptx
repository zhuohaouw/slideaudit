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4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44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99" r:id="rId14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49" Type="http://schemas.openxmlformats.org/officeDocument/2006/relationships/slide" Target="slides/slide14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6" name="Shape 1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7" name="Google Shape;1117;p144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18" name="Google Shape;1118;p14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44.xml"/><Relationship Id="rId3" Type="http://schemas.openxmlformats.org/officeDocument/2006/relationships/image" Target="../media/image132.jpg"/></Relationships>
</file>

<file path=ppt/slides/slide1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9" name="Shape 1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0" name="Google Shape;1120;p168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 sz="1000">
                <a:solidFill>
                  <a:srgbClr val="AFF547"/>
                </a:solidFill>
              </a:rPr>
              <a:t>Hypnosis: Myths vs. Reality</a:t>
            </a:r>
            <a:endParaRPr/>
          </a:p>
        </p:txBody>
      </p:sp>
      <p:sp>
        <p:nvSpPr>
          <p:cNvPr id="1121" name="Google Shape;1121;p168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lnSpcReduction="20000"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Hypnosis is a state of focused attention and concentration.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Fact: You cannot be hypnotized against your will.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Myth: Hypnosis can cause you to do things against your morals.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Myth: Hypnotists have complete control over you.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Fact: Hypnosis may help with pain management and anxiety.</a:t>
            </a:r>
            <a:endParaRPr/>
          </a:p>
        </p:txBody>
      </p:sp>
      <p:pic>
        <p:nvPicPr>
          <p:cNvPr id="1122" name="Google Shape;1122;p168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