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1" r:id="rId1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1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7" name="Google Shape;857;p10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98.jpg"/></Relationships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3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Love</a:t>
            </a:r>
            <a:endParaRPr/>
          </a:p>
        </p:txBody>
      </p:sp>
      <p:sp>
        <p:nvSpPr>
          <p:cNvPr id="860" name="Google Shape;860;p130"/>
          <p:cNvSpPr txBox="1"/>
          <p:nvPr>
            <p:ph idx="1" type="body"/>
          </p:nvPr>
        </p:nvSpPr>
        <p:spPr>
          <a:xfrm>
            <a:off x="4773075" y="1820475"/>
            <a:ext cx="4702149" cy="3213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Intimacy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Passion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Commitment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Different combinations of these three components result in different types of love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 example, intimacy and passion lead to romantic love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Consummate love is achieved with all three components</a:t>
            </a:r>
            <a:endParaRPr/>
          </a:p>
        </p:txBody>
      </p:sp>
      <p:pic>
        <p:nvPicPr>
          <p:cNvPr id="861" name="Google Shape;861;p1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