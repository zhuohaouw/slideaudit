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3" r:id="rId9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3" Type="http://schemas.openxmlformats.org/officeDocument/2006/relationships/slide" Target="slides/slide8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8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1" name="Google Shape;731;p8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77.jpg"/></Relationships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12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Why We Yawn 🥱</a:t>
            </a:r>
            <a:endParaRPr/>
          </a:p>
        </p:txBody>
      </p:sp>
      <p:sp>
        <p:nvSpPr>
          <p:cNvPr id="734" name="Google Shape;734;p112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Yawning is a common, often involuntary behavior.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Contagious yawning is when seeing, hearing, or thinking about yawning causes you to yawn.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Mirror neurons may play a role, as they activate when we observe and imitate others.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Empathy and social connection may also be linked to contagious yawning.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exact reason for contagious yawning remains a mystery.</a:t>
            </a:r>
            <a:endParaRPr/>
          </a:p>
        </p:txBody>
      </p:sp>
      <p:pic>
        <p:nvPicPr>
          <p:cNvPr id="735" name="Google Shape;735;p11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23" y="1554483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