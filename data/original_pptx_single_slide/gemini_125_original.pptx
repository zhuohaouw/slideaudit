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0" r:id="rId1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0" Type="http://schemas.openxmlformats.org/officeDocument/2006/relationships/slide" Target="slides/slide1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31bfb8c82e_1_32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36.jpg"/></Relationships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4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Science of Happiness</a:t>
            </a:r>
            <a:endParaRPr/>
          </a:p>
        </p:txBody>
      </p:sp>
      <p:sp>
        <p:nvSpPr>
          <p:cNvPr id="866" name="Google Shape;866;p14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Happiness involves social, psychological and biological factors.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factors include strong relationships and community.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Psychological factors include positive emotions and life satisfaction.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Biological factors include genetics and brain chemistry.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Activities like mindfulness and gratitude can boost happiness.</a:t>
            </a:r>
            <a:endParaRPr/>
          </a:p>
        </p:txBody>
      </p:sp>
      <p:pic>
        <p:nvPicPr>
          <p:cNvPr id="867" name="Google Shape;867;p14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