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1" r:id="rId1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1" Type="http://schemas.openxmlformats.org/officeDocument/2006/relationships/slide" Target="slides/slide10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0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7" name="Google Shape;857;p10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90.jpg"/></Relationships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3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1" lang="zh-CN" u="sng">
                <a:latin typeface="Times New Roman"/>
                <a:ea typeface="Times New Roman"/>
                <a:cs typeface="Times New Roman"/>
                <a:sym typeface="Times New Roman"/>
              </a:rPr>
              <a:t>The Psychology of Love</a:t>
            </a:r>
            <a:endParaRPr/>
          </a:p>
        </p:txBody>
      </p:sp>
      <p:sp>
        <p:nvSpPr>
          <p:cNvPr id="860" name="Google Shape;860;p13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Intimacy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Passion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Commitment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Different combinations of these three components result in different types of love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For example, intimacy and passion lead to romantic love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Consummate love is achieved with all three components</a:t>
            </a:r>
            <a:endParaRPr/>
          </a:p>
        </p:txBody>
      </p:sp>
      <p:pic>
        <p:nvPicPr>
          <p:cNvPr id="861" name="Google Shape;861;p13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