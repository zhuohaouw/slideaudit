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9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95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50" r:id="rId20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200" Type="http://schemas.openxmlformats.org/officeDocument/2006/relationships/slide" Target="slides/slide19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9" name="Shape 1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" name="Google Shape;1280;g331bfb8c82e_1_506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5.xml"/><Relationship Id="rId3" Type="http://schemas.openxmlformats.org/officeDocument/2006/relationships/image" Target="../media/image170.jpg"/></Relationships>
</file>

<file path=ppt/slides/slide1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1" name="Shape 1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Google Shape;1282;p219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The Role of Music in Religion</a:t>
            </a:r>
            <a:endParaRPr/>
          </a:p>
        </p:txBody>
      </p:sp>
      <p:sp>
        <p:nvSpPr>
          <p:cNvPr id="1283" name="Google Shape;1283;p219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85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Music plays a significant role in many religious and spiritual traditions.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Used to express devotion, praise, and connect with the divine.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Chanting, hymns, and instrumental music are common forms.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Music can create a sense of community and shared experience.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Examples: Gregorian chants in Christianity, Qawwali in Islam, and Bhajans in Hinduism.</a:t>
            </a:r>
            <a:endParaRPr/>
          </a:p>
        </p:txBody>
      </p:sp>
      <p:pic>
        <p:nvPicPr>
          <p:cNvPr id="1284" name="Google Shape;1284;p219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3672" y="228600"/>
            <a:ext cx="4690800" cy="4690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