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8" r:id="rId15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8" Type="http://schemas.openxmlformats.org/officeDocument/2006/relationships/slide" Target="slides/slide15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331bfb8c82e_1_398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3.xml"/><Relationship Id="rId3" Type="http://schemas.openxmlformats.org/officeDocument/2006/relationships/image" Target="../media/image131.jpg"/></Relationships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177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Evolution of Human Diets</a:t>
            </a:r>
            <a:endParaRPr/>
          </a:p>
        </p:txBody>
      </p:sp>
      <p:sp>
        <p:nvSpPr>
          <p:cNvPr id="1029" name="Google Shape;1029;p177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Hunter-Gatherer: Hunted animals and gathered plants for sustenance.</a:t>
            </a:r>
            <a:endParaRPr/>
          </a:p>
        </p:txBody>
      </p:sp>
      <p:sp>
        <p:nvSpPr>
          <p:cNvPr id="1030" name="Google Shape;1030;p177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Agricultural Revolution: Cultivation of crops and animal domestication led to more stable food sources.</a:t>
            </a:r>
            <a:endParaRPr/>
          </a:p>
        </p:txBody>
      </p:sp>
      <p:sp>
        <p:nvSpPr>
          <p:cNvPr id="1031" name="Google Shape;1031;p177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Industrial Revolution: Processed foods became more prevalent, leading to changes in nutrient intake.</a:t>
            </a:r>
            <a:endParaRPr/>
          </a:p>
        </p:txBody>
      </p:sp>
      <p:sp>
        <p:nvSpPr>
          <p:cNvPr id="1032" name="Google Shape;1032;p177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CN"/>
              <a:t>Modern Nutrition Trends: Focus on whole foods, plant-based diets, and sustainable agriculture.</a:t>
            </a:r>
            <a:endParaRPr/>
          </a:p>
        </p:txBody>
      </p:sp>
      <p:pic>
        <p:nvPicPr>
          <p:cNvPr id="1033" name="Google Shape;1033;p177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