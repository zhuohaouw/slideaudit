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4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0.jpg"/></Relationships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Autonomous Vehicles 🚗🤖</a:t>
            </a:r>
            <a:endParaRPr/>
          </a:p>
        </p:txBody>
      </p:sp>
      <p:sp>
        <p:nvSpPr>
          <p:cNvPr id="384" name="Google Shape;384;p63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Self-driving vehicles navigate and operate without human input.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Use sensors, cameras, and AI to perceive their environment.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Potential benefits: Increased safety, efficiency, and accessibility.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Challenges: Technical complexity, safety concerns, ethical considerations.</a:t>
            </a:r>
            <a:endParaRPr/>
          </a:p>
        </p:txBody>
      </p:sp>
      <p:pic>
        <p:nvPicPr>
          <p:cNvPr id="385" name="Google Shape;385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