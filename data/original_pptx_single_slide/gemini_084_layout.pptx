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8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84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339" r:id="rId89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89" Type="http://schemas.openxmlformats.org/officeDocument/2006/relationships/slide" Target="slides/slide8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8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8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1" name="Shape 7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Google Shape;702;p84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03" name="Google Shape;703;p84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4.xml"/><Relationship Id="rId3" Type="http://schemas.openxmlformats.org/officeDocument/2006/relationships/image" Target="../media/image85.jpg"/></Relationships>
</file>

<file path=ppt/slides/slide8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4" name="Shape 7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5" name="Google Shape;705;p108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zh-CN"/>
              <a:t>Deep Sea Dwellers 🐡🦑🐙</a:t>
            </a:r>
            <a:endParaRPr/>
          </a:p>
        </p:txBody>
      </p:sp>
      <p:sp>
        <p:nvSpPr>
          <p:cNvPr id="706" name="Google Shape;706;p108"/>
          <p:cNvSpPr txBox="1"/>
          <p:nvPr>
            <p:ph idx="1" type="body"/>
          </p:nvPr>
        </p:nvSpPr>
        <p:spPr>
          <a:xfrm>
            <a:off x="5279300" y="1901949"/>
            <a:ext cx="1958560" cy="1488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 fontScale="62500" lnSpcReduction="10000"/>
          </a:bodyPr>
          <a:lstStyle/>
          <a:p>
            <a:pPr indent="-30003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Deep-sea creatures live in extreme conditions: high pressure, low light, and freezing temperatures.</a:t>
            </a:r>
            <a:endParaRPr/>
          </a:p>
          <a:p>
            <a:pPr indent="-30003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Bioluminescence: Many creatures create their own light for hunting, mating, and communication.</a:t>
            </a:r>
            <a:endParaRPr/>
          </a:p>
          <a:p>
            <a:pPr indent="-30003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Gigantism: Some animals grow to enormous sizes due to slower metabolisms and lack of predators.</a:t>
            </a:r>
            <a:endParaRPr/>
          </a:p>
          <a:p>
            <a:pPr indent="-30003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Unique Adaptations: Specialized eyes, camouflage, and bioluminescent lures are common.</a:t>
            </a:r>
            <a:endParaRPr/>
          </a:p>
          <a:p>
            <a:pPr indent="-30003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Exploration: Remotely operated vehicles (ROVs) allow us to discover new species and ecosystems.</a:t>
            </a:r>
            <a:endParaRPr/>
          </a:p>
        </p:txBody>
      </p:sp>
      <p:pic>
        <p:nvPicPr>
          <p:cNvPr id="707" name="Google Shape;707;p108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