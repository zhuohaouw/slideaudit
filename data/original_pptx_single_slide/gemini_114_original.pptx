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9" r:id="rId1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9" Type="http://schemas.openxmlformats.org/officeDocument/2006/relationships/slide" Target="slides/slide1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31bfb8c82e_1_300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95.jpg"/></Relationships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Self-Driving Cars: Past, Present, and Future</a:t>
            </a:r>
            <a:endParaRPr/>
          </a:p>
        </p:txBody>
      </p:sp>
      <p:sp>
        <p:nvSpPr>
          <p:cNvPr id="800" name="Google Shape;800;p13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20th century: First attempts at automated vehicles.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1980s: Autonomous navigation research begins.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21st century: Major advancements in AI and sensor technology.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Current: Self-driving cars are being tested in limited areas.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Future: Widespread adoption with improved safety and efficiency.</a:t>
            </a:r>
            <a:endParaRPr/>
          </a:p>
        </p:txBody>
      </p:sp>
      <p:pic>
        <p:nvPicPr>
          <p:cNvPr id="801" name="Google Shape;801;p13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