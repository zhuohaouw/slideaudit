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5" r:id="rId1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5" Type="http://schemas.openxmlformats.org/officeDocument/2006/relationships/slide" Target="slides/slide1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31bfb8c82e_1_288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0.xml"/></Relationships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34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Science of Productivity</a:t>
            </a:r>
            <a:endParaRPr/>
          </a:p>
        </p:txBody>
      </p:sp>
      <p:sp>
        <p:nvSpPr>
          <p:cNvPr id="777" name="Google Shape;777;p134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Science of Productivity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Time Management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Pomodoro Technique - 25 min work, 5 min break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Task Prioritization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Eisenhower Box - Urgent/Important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Goal Setting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SMART Goals - Specific, Measurable, Achievable, Relevant, Time-Bound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