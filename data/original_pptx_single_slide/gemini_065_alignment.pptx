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0" r:id="rId7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0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2" name="Google Shape;572;p6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2.jpg"/></Relationships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8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Unusual Animal Abilities</a:t>
            </a:r>
            <a:endParaRPr/>
          </a:p>
        </p:txBody>
      </p:sp>
      <p:sp>
        <p:nvSpPr>
          <p:cNvPr id="575" name="Google Shape;575;p8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Mantis Shrimp: Punches with the force of a bullet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Pistol Shrimp: Creates a sonic blast with its claw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Platypus: Senses electricity underwater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Wood Frog: Freezes solid during winter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Axolotl: Regenerates lost limbs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Mimic Octopus: Impersonates other animals</a:t>
            </a:r>
            <a:endParaRPr/>
          </a:p>
        </p:txBody>
      </p:sp>
      <p:pic>
        <p:nvPicPr>
          <p:cNvPr id="576" name="Google Shape;576;p8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40" y="475484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