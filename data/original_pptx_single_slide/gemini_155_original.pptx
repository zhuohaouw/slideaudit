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0" r:id="rId1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0" Type="http://schemas.openxmlformats.org/officeDocument/2006/relationships/slide" Target="slides/slide1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31bfb8c82e_1_40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55.jpg"/></Relationships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7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Art 🎨</a:t>
            </a:r>
            <a:endParaRPr/>
          </a:p>
        </p:txBody>
      </p:sp>
      <p:sp>
        <p:nvSpPr>
          <p:cNvPr id="1044" name="Google Shape;1044;p17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Prehistoric Art: Cave paintings, sculptures, and carvings.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Art: Egyptian pyramids, Greek statues, Roman mosaics.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Medieval Art: Religious themes, illuminated manuscripts, stained glass.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Renaissance Art: Realism, perspective, humanism.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Art: Abstract, expressionism, diverse styles and mediums.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Contemporary Art: Globalization, digital art, installation art.</a:t>
            </a:r>
            <a:endParaRPr/>
          </a:p>
        </p:txBody>
      </p:sp>
      <p:pic>
        <p:nvPicPr>
          <p:cNvPr id="1045" name="Google Shape;1045;p17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