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1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1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31bfb8c82e_1_150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1.jpg"/></Relationships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8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Most Expensive Foods 💰</a:t>
            </a:r>
            <a:endParaRPr/>
          </a:p>
        </p:txBody>
      </p:sp>
      <p:sp>
        <p:nvSpPr>
          <p:cNvPr id="456" name="Google Shape;456;p8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Saffron - The world's most expensive spice, harvested from delicate crocus flowers.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White Truffles - Rare and highly perishable fungus with a pungent aroma.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Caviar - Salt-cured fish roe, with Beluga sturgeon caviar being the priciest.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Kopi Luwak Coffee - Coffee beans ingested and excreted by civet cats, with unique flavor and limited production.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Wagyu Beef - Japanese beef renowned for marbling, rich flavor, and meticulous breeding.</a:t>
            </a:r>
            <a:endParaRPr/>
          </a:p>
        </p:txBody>
      </p:sp>
      <p:pic>
        <p:nvPicPr>
          <p:cNvPr id="457" name="Google Shape;457;p8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