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5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31bfb8c82e_1_7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/Relationships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4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Genetic Engineering Breakthroughs</a:t>
            </a:r>
            <a:endParaRPr/>
          </a:p>
        </p:txBody>
      </p:sp>
      <p:sp>
        <p:nvSpPr>
          <p:cNvPr id="292" name="Google Shape;292;p5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CRISPR-Cas9: Revolutionary gene editing tool.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Therapy: Corrects or replaces faulty genes.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Personalized Medicine: Tailored treatments based on genetics.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GMOs: Enhanced crops and livestock for food production.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Cloning: Replicating organisms for research and medicine.</a:t>
            </a:r>
            <a:endParaRPr/>
          </a:p>
        </p:txBody>
      </p:sp>
      <p:pic>
        <p:nvPicPr>
          <p:cNvPr id="293" name="Google Shape;293;p54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