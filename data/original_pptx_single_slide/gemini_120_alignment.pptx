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5" r:id="rId1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5" Type="http://schemas.openxmlformats.org/officeDocument/2006/relationships/slide" Target="slides/slide1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12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3" name="Google Shape;953;p1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110.jpg"/></Relationships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144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Benefits of Laughter</a:t>
            </a:r>
            <a:endParaRPr/>
          </a:p>
        </p:txBody>
      </p:sp>
      <p:sp>
        <p:nvSpPr>
          <p:cNvPr id="956" name="Google Shape;956;p144"/>
          <p:cNvSpPr txBox="1"/>
          <p:nvPr>
            <p:ph idx="1" type="body"/>
          </p:nvPr>
        </p:nvSpPr>
        <p:spPr>
          <a:xfrm>
            <a:off x="5382300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Reduces stress hormones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Boosts immunity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Decreases pain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Improves mood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Promotes social bonding</a:t>
            </a:r>
            <a:endParaRPr/>
          </a:p>
        </p:txBody>
      </p:sp>
      <p:pic>
        <p:nvPicPr>
          <p:cNvPr id="957" name="Google Shape;957;p14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