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8" r:id="rId1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8" Type="http://schemas.openxmlformats.org/officeDocument/2006/relationships/slide" Target="slides/slide1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31bfb8c82e_1_29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03.jpg"/></Relationships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37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Nose Knows: Smell and Memory</a:t>
            </a:r>
            <a:endParaRPr/>
          </a:p>
        </p:txBody>
      </p:sp>
      <p:sp>
        <p:nvSpPr>
          <p:cNvPr id="794" name="Google Shape;794;p13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olfactory bulb is directly connected to the amygdala and hippocampus, which are responsible for emotional processing and memory.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Smells can evoke strong emotional responses and vivid memories, often from childhood.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is due to the way the brain processes and stores sensory information related to smell.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Certain scents can trigger nostalgia, positive or negative emotions, and even PTSD.</a:t>
            </a:r>
            <a:endParaRPr/>
          </a:p>
        </p:txBody>
      </p:sp>
      <p:pic>
        <p:nvPicPr>
          <p:cNvPr id="795" name="Google Shape;795;p13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