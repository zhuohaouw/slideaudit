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/Relationships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Brain-Computer Interfaces 🧠🤖</a:t>
            </a:r>
            <a:endParaRPr/>
          </a:p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Brain-computer interfaces (BCIs) allow direct communication between the brain and external devices.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translate neural activity into commands for external devices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have many potential applications, including: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Prosthetics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Communication devices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Assistive technologies</a:t>
            </a:r>
            <a:endParaRPr/>
          </a:p>
        </p:txBody>
      </p:sp>
      <p:pic>
        <p:nvPicPr>
          <p:cNvPr id="281" name="Google Shape;281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23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