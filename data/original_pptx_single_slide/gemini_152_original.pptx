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5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5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07" r:id="rId15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57" Type="http://schemas.openxmlformats.org/officeDocument/2006/relationships/slide" Target="slides/slide15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31bfb8c82e_1_394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2.xml"/><Relationship Id="rId3" Type="http://schemas.openxmlformats.org/officeDocument/2006/relationships/image" Target="../media/image127.jpg"/></Relationships>
</file>

<file path=ppt/slides/slide1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p17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Evolution of Timekeeping 🕰️</a:t>
            </a:r>
            <a:endParaRPr/>
          </a:p>
        </p:txBody>
      </p:sp>
      <p:sp>
        <p:nvSpPr>
          <p:cNvPr id="1023" name="Google Shape;1023;p17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 fontScale="92500" lnSpcReduction="2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Early humans: Observed natural cycles (sun, moon, seasons).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Sundials: Tracked sun's shadow for daytime hours.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Water clocks: Measured flow of water to mark time.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Hourglasses: Used sand to measure set durations.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Mechanical clocks: Revolutionized timekeeping with gears and pendulums.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Atomic clocks: Most accurate, based on atomic vibrations.</a:t>
            </a:r>
            <a:endParaRPr/>
          </a:p>
        </p:txBody>
      </p:sp>
      <p:pic>
        <p:nvPicPr>
          <p:cNvPr id="1024" name="Google Shape;1024;p176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