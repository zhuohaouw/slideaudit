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7" r:id="rId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7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9" name="Google Shape;759;p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7.jpg"/></Relationships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1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Engineering Feats</a:t>
            </a:r>
            <a:endParaRPr/>
          </a:p>
        </p:txBody>
      </p:sp>
      <p:sp>
        <p:nvSpPr>
          <p:cNvPr id="762" name="Google Shape;762;p11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Leveraged simple machines: inclined planes, levers, pulleys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/>
              <a:t>Used vast manpower: coordinated thousands of workers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Mastered material properties: understood stone, brick, and mortar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Applied astronomical knowledge: aligned structures with celestial events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Utilized precise measurements and calculations</a:t>
            </a:r>
            <a:endParaRPr/>
          </a:p>
        </p:txBody>
      </p:sp>
      <p:pic>
        <p:nvPicPr>
          <p:cNvPr id="763" name="Google Shape;763;p1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