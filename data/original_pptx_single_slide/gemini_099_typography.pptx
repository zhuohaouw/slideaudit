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4" r:id="rId1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4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8" name="Google Shape;808;p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1.jpg"/></Relationships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2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C451C8"/>
                </a:solidFill>
              </a:rPr>
              <a:t>Unusual Olympic Sports</a:t>
            </a:r>
            <a:endParaRPr/>
          </a:p>
        </p:txBody>
      </p:sp>
      <p:sp>
        <p:nvSpPr>
          <p:cNvPr id="811" name="Google Shape;811;p12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Tug of War: Featured from 1900 to 1920, with teams of eight competing.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Solo Synchronized Swimming: Competed only in 1984 and 1992, required swimmers to perform routines alone.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Plunge for Distance: 1904 Olympic sport where competitors dove in a pool and stayed motionless underwater until resurfacing.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Live Pigeon Shooting: 1900 Olympics featured this event where over 300 birds were killed.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Rope Climb: Gymnasts competed in rope climb for speed at the 1896, 1904, 1924, and 1932 games.</a:t>
            </a:r>
            <a:endParaRPr/>
          </a:p>
        </p:txBody>
      </p:sp>
      <p:pic>
        <p:nvPicPr>
          <p:cNvPr id="812" name="Google Shape;812;p1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