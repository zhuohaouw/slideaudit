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7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7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31bfb8c82e_1_13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jpg"/></Relationships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6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Alternative Energy: The Future of Power</a:t>
            </a:r>
            <a:endParaRPr/>
          </a:p>
        </p:txBody>
      </p:sp>
      <p:sp>
        <p:nvSpPr>
          <p:cNvPr id="429" name="Google Shape;429;p76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Solar and wind power are experiencing rapid cost declines.</a:t>
            </a:r>
            <a:endParaRPr/>
          </a:p>
        </p:txBody>
      </p:sp>
      <p:sp>
        <p:nvSpPr>
          <p:cNvPr id="430" name="Google Shape;430;p76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Solar and wind are now the cheapest sources of new energy generation.</a:t>
            </a:r>
            <a:endParaRPr/>
          </a:p>
        </p:txBody>
      </p:sp>
      <p:sp>
        <p:nvSpPr>
          <p:cNvPr id="431" name="Google Shape;431;p76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The potential of solar and wind is vast, exceeding current and future global energy needs.</a:t>
            </a:r>
            <a:endParaRPr/>
          </a:p>
        </p:txBody>
      </p:sp>
      <p:sp>
        <p:nvSpPr>
          <p:cNvPr id="432" name="Google Shape;432;p76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Alternative energy sources could meet the world's energy demand 100 times over.</a:t>
            </a:r>
            <a:endParaRPr/>
          </a:p>
        </p:txBody>
      </p:sp>
      <p:pic>
        <p:nvPicPr>
          <p:cNvPr id="433" name="Google Shape;433;p7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