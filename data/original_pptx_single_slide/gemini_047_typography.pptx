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4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02" r:id="rId5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52" Type="http://schemas.openxmlformats.org/officeDocument/2006/relationships/slide" Target="slides/slide4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47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0" name="Google Shape;440;p4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2.jpg"/></Relationships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71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3703"/>
              <a:buNone/>
            </a:pPr>
            <a:r>
              <a:rPr lang="zh-CN" sz="3000">
                <a:solidFill>
                  <a:srgbClr val="61C5BF"/>
                </a:solidFill>
              </a:rPr>
              <a:t>Memes: The DNA of Internet Culture 🧬</a:t>
            </a:r>
            <a:endParaRPr/>
          </a:p>
        </p:txBody>
      </p:sp>
      <p:sp>
        <p:nvSpPr>
          <p:cNvPr id="443" name="Google Shape;443;p71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85000" lnSpcReduction="10000"/>
          </a:bodyPr>
          <a:lstStyle/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Memes: Digital content units carrying cultural ideas, often humorous.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Early internet memes include "Kilroy was here" and the Hampster Dance.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Memes spread rapidly through social media and online communities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Impact: Reflect shared experiences, shape online discourse, and drive social trends.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Used in marketing and political campaigns</a:t>
            </a:r>
            <a:endParaRPr/>
          </a:p>
        </p:txBody>
      </p:sp>
      <p:pic>
        <p:nvPicPr>
          <p:cNvPr id="444" name="Google Shape;444;p7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