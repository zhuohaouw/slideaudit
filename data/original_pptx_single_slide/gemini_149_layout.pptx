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4" r:id="rId1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4" Type="http://schemas.openxmlformats.org/officeDocument/2006/relationships/slide" Target="slides/slide1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4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2" name="Google Shape;1152;p1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124.jpg"/></Relationships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7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Writing ✍️ 📖</a:t>
            </a:r>
            <a:endParaRPr/>
          </a:p>
        </p:txBody>
      </p:sp>
      <p:sp>
        <p:nvSpPr>
          <p:cNvPr id="1155" name="Google Shape;1155;p17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Pictograms: Symbols representing objects, earliest form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Ideograms: Symbols representing abstract ideas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Logographic: Symbols representing words or morphemes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Syllabic: Symbols representing syllables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Alphabetic: Symbols representing individual sounds</a:t>
            </a:r>
            <a:endParaRPr/>
          </a:p>
        </p:txBody>
      </p:sp>
      <p:pic>
        <p:nvPicPr>
          <p:cNvPr id="1156" name="Google Shape;1156;p17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