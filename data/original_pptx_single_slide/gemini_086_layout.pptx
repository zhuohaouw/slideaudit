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1" r:id="rId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1" Type="http://schemas.openxmlformats.org/officeDocument/2006/relationships/slide" Target="slides/slide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p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2.jpg"/></Relationships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0"/>
          <p:cNvSpPr txBox="1"/>
          <p:nvPr>
            <p:ph type="title"/>
          </p:nvPr>
        </p:nvSpPr>
        <p:spPr>
          <a:xfrm>
            <a:off x="4923268" y="1085996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History of Timekeeping 🕰️</a:t>
            </a:r>
            <a:endParaRPr/>
          </a:p>
        </p:txBody>
      </p:sp>
      <p:sp>
        <p:nvSpPr>
          <p:cNvPr id="720" name="Google Shape;720;p1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 timekeeping, based on atomic vibrations.</a:t>
            </a:r>
            <a:endParaRPr/>
          </a:p>
        </p:txBody>
      </p:sp>
      <p:pic>
        <p:nvPicPr>
          <p:cNvPr id="721" name="Google Shape;721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