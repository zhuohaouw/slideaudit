
<file path=[Content_Types].xml><?xml version="1.0" encoding="utf-8"?>
<Types xmlns="http://schemas.openxmlformats.org/package/2006/content-types">
  <Default Extension="jpg" ContentType="image/jpeg"/>
  <Default Extension="rels" ContentType="application/vnd.openxmlformats-package.relationships+xml"/>
  <Default Extension="xml" ContentType="application/xml"/>
  <Override PartName="/ppt/notesMasters/notesMaster1.xml" ContentType="application/vnd.openxmlformats-officedocument.presentationml.notesMaster+xml"/>
  <Override PartName="/ppt/notesSlides/notesSlide62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62.xml" ContentType="application/vnd.openxmlformats-officedocument.presentationml.slide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71" r:id="rId4"/>
  </p:sldMasterIdLst>
  <p:notesMasterIdLst>
    <p:notesMasterId r:id="rId5"/>
  </p:notesMasterIdLst>
  <p:sldIdLst>
    <p:sldId id="317" r:id="rId67"/>
  </p:sldIdLst>
  <p:sldSz cy="51435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5" Type="http://schemas.openxmlformats.org/officeDocument/2006/relationships/notesMaster" Target="notesMasters/notesMaster1.xml"/><Relationship Id="rId67" Type="http://schemas.openxmlformats.org/officeDocument/2006/relationships/slide" Target="slides/slide62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9845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9845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9845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9845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9845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9845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9845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9845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6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6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49" name="Shape 5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0" name="Google Shape;550;p62:notes"/>
          <p:cNvSpPr txBox="1"/>
          <p:nvPr>
            <p:ph idx="1" type="body"/>
          </p:nvPr>
        </p:nvSpPr>
        <p:spPr>
          <a:xfrm>
            <a:off x="2286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551" name="Google Shape;551;p62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LB_1_1_0_A">
  <p:cSld name="TITLE_AND_BODY_1_1_1_1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title"/>
          </p:nvPr>
        </p:nvSpPr>
        <p:spPr>
          <a:xfrm>
            <a:off x="301749" y="310900"/>
            <a:ext cx="2757000" cy="3173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1" name="Google Shape;11;p2"/>
          <p:cNvSpPr txBox="1"/>
          <p:nvPr>
            <p:ph idx="1" type="body"/>
          </p:nvPr>
        </p:nvSpPr>
        <p:spPr>
          <a:xfrm>
            <a:off x="3460800" y="310900"/>
            <a:ext cx="5344800" cy="4526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G">
  <p:cSld name="TITLE_AND_BODY_2_1_1_1_1_1_1_1_1">
    <p:spTree>
      <p:nvGrpSpPr>
        <p:cNvPr id="12" name="Shape 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Google Shape;13;p3"/>
          <p:cNvSpPr/>
          <p:nvPr>
            <p:ph idx="2" type="pic"/>
          </p:nvPr>
        </p:nvSpPr>
        <p:spPr>
          <a:xfrm>
            <a:off x="4233672" y="228600"/>
            <a:ext cx="4690800" cy="4690800"/>
          </a:xfrm>
          <a:prstGeom prst="rect">
            <a:avLst/>
          </a:prstGeom>
          <a:noFill/>
          <a:ln>
            <a:noFill/>
          </a:ln>
        </p:spPr>
      </p:sp>
      <p:sp>
        <p:nvSpPr>
          <p:cNvPr id="14" name="Google Shape;14;p3"/>
          <p:cNvSpPr txBox="1"/>
          <p:nvPr>
            <p:ph type="title"/>
          </p:nvPr>
        </p:nvSpPr>
        <p:spPr>
          <a:xfrm>
            <a:off x="228600" y="228600"/>
            <a:ext cx="3557100" cy="841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5" name="Google Shape;15;p3"/>
          <p:cNvSpPr txBox="1"/>
          <p:nvPr>
            <p:ph idx="1" type="body"/>
          </p:nvPr>
        </p:nvSpPr>
        <p:spPr>
          <a:xfrm>
            <a:off x="228600" y="1600200"/>
            <a:ext cx="3557100" cy="3319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C">
  <p:cSld name="TITLE_AND_BODY_2_1_1_1_1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/>
          <p:nvPr>
            <p:ph idx="2" type="pic"/>
          </p:nvPr>
        </p:nvSpPr>
        <p:spPr>
          <a:xfrm>
            <a:off x="228600" y="228600"/>
            <a:ext cx="4690800" cy="4690800"/>
          </a:xfrm>
          <a:prstGeom prst="roundRect">
            <a:avLst>
              <a:gd fmla="val 50000" name="adj"/>
            </a:avLst>
          </a:prstGeom>
          <a:noFill/>
          <a:ln>
            <a:noFill/>
          </a:ln>
        </p:spPr>
      </p:sp>
      <p:sp>
        <p:nvSpPr>
          <p:cNvPr id="18" name="Google Shape;18;p4"/>
          <p:cNvSpPr txBox="1"/>
          <p:nvPr>
            <p:ph type="title"/>
          </p:nvPr>
        </p:nvSpPr>
        <p:spPr>
          <a:xfrm>
            <a:off x="5362500" y="640075"/>
            <a:ext cx="3467100" cy="795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" type="body"/>
          </p:nvPr>
        </p:nvSpPr>
        <p:spPr>
          <a:xfrm>
            <a:off x="5279300" y="1901949"/>
            <a:ext cx="3550200" cy="2697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D">
  <p:cSld name="TITLE_AND_BODY_2_1_1_1_1_1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228600" y="804675"/>
            <a:ext cx="3730200" cy="795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228600" y="1901954"/>
            <a:ext cx="3730200" cy="2697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23" name="Google Shape;23;p5"/>
          <p:cNvSpPr/>
          <p:nvPr>
            <p:ph idx="2" type="pic"/>
          </p:nvPr>
        </p:nvSpPr>
        <p:spPr>
          <a:xfrm>
            <a:off x="4233672" y="228600"/>
            <a:ext cx="4690800" cy="4690800"/>
          </a:xfrm>
          <a:prstGeom prst="round2DiagRect">
            <a:avLst>
              <a:gd fmla="val 16667" name="adj1"/>
              <a:gd fmla="val 0" name="adj2"/>
            </a:avLst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H">
  <p:cSld name="TITLE_AND_BODY_2_1_1_1_1_1_1_1_1_1">
    <p:spTree>
      <p:nvGrpSpPr>
        <p:cNvPr id="24" name="Shape 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Google Shape;25;p6"/>
          <p:cNvSpPr/>
          <p:nvPr>
            <p:ph idx="2" type="pic"/>
          </p:nvPr>
        </p:nvSpPr>
        <p:spPr>
          <a:xfrm>
            <a:off x="548640" y="1554480"/>
            <a:ext cx="2807100" cy="2807100"/>
          </a:xfrm>
          <a:prstGeom prst="roundRect">
            <a:avLst>
              <a:gd fmla="val 8343" name="adj"/>
            </a:avLst>
          </a:prstGeom>
          <a:noFill/>
          <a:ln>
            <a:noFill/>
          </a:ln>
        </p:spPr>
      </p:sp>
      <p:sp>
        <p:nvSpPr>
          <p:cNvPr id="26" name="Google Shape;26;p6"/>
          <p:cNvSpPr txBox="1"/>
          <p:nvPr>
            <p:ph type="title"/>
          </p:nvPr>
        </p:nvSpPr>
        <p:spPr>
          <a:xfrm>
            <a:off x="548675" y="603500"/>
            <a:ext cx="7923900" cy="667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" type="body"/>
          </p:nvPr>
        </p:nvSpPr>
        <p:spPr>
          <a:xfrm>
            <a:off x="3895344" y="1408176"/>
            <a:ext cx="4782300" cy="3090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cxnSp>
        <p:nvCxnSpPr>
          <p:cNvPr id="28" name="Google Shape;28;p6"/>
          <p:cNvCxnSpPr/>
          <p:nvPr/>
        </p:nvCxnSpPr>
        <p:spPr>
          <a:xfrm>
            <a:off x="544200" y="451125"/>
            <a:ext cx="10599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F">
  <p:cSld name="TITLE_AND_BODY_2_1_1_1_1_1_1_1">
    <p:spTree>
      <p:nvGrpSpPr>
        <p:cNvPr id="29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7"/>
          <p:cNvSpPr/>
          <p:nvPr/>
        </p:nvSpPr>
        <p:spPr>
          <a:xfrm>
            <a:off x="228600" y="228600"/>
            <a:ext cx="8686800" cy="4686300"/>
          </a:xfrm>
          <a:prstGeom prst="roundRect">
            <a:avLst>
              <a:gd fmla="val 6123" name="adj"/>
            </a:avLst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" name="Google Shape;31;p7"/>
          <p:cNvSpPr/>
          <p:nvPr>
            <p:ph idx="2" type="pic"/>
          </p:nvPr>
        </p:nvSpPr>
        <p:spPr>
          <a:xfrm>
            <a:off x="4626864" y="585216"/>
            <a:ext cx="3968400" cy="3968400"/>
          </a:xfrm>
          <a:prstGeom prst="rect">
            <a:avLst/>
          </a:prstGeom>
          <a:noFill/>
          <a:ln>
            <a:noFill/>
          </a:ln>
        </p:spPr>
      </p:sp>
      <p:sp>
        <p:nvSpPr>
          <p:cNvPr id="32" name="Google Shape;32;p7"/>
          <p:cNvSpPr txBox="1"/>
          <p:nvPr>
            <p:ph type="title"/>
          </p:nvPr>
        </p:nvSpPr>
        <p:spPr>
          <a:xfrm>
            <a:off x="557784" y="585216"/>
            <a:ext cx="3712500" cy="932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33" name="Google Shape;33;p7"/>
          <p:cNvSpPr txBox="1"/>
          <p:nvPr>
            <p:ph idx="1" type="body"/>
          </p:nvPr>
        </p:nvSpPr>
        <p:spPr>
          <a:xfrm>
            <a:off x="508525" y="1883625"/>
            <a:ext cx="3761700" cy="267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1620">
          <p15:clr>
            <a:srgbClr val="E46962"/>
          </p15:clr>
        </p15:guide>
        <p15:guide id="2" pos="351">
          <p15:clr>
            <a:srgbClr val="E46962"/>
          </p15:clr>
        </p15:guide>
      </p15:sldGuideLst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A">
  <p:cSld name="TITLE_AND_BODY_2">
    <p:spTree>
      <p:nvGrpSpPr>
        <p:cNvPr id="34" name="Shape 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Google Shape;35;p8"/>
          <p:cNvSpPr/>
          <p:nvPr>
            <p:ph idx="2" type="pic"/>
          </p:nvPr>
        </p:nvSpPr>
        <p:spPr>
          <a:xfrm>
            <a:off x="3996000" y="0"/>
            <a:ext cx="5148000" cy="5143500"/>
          </a:xfrm>
          <a:prstGeom prst="rect">
            <a:avLst/>
          </a:prstGeom>
          <a:noFill/>
          <a:ln>
            <a:noFill/>
          </a:ln>
        </p:spPr>
      </p:sp>
      <p:sp>
        <p:nvSpPr>
          <p:cNvPr id="36" name="Google Shape;36;p8"/>
          <p:cNvSpPr txBox="1"/>
          <p:nvPr>
            <p:ph type="title"/>
          </p:nvPr>
        </p:nvSpPr>
        <p:spPr>
          <a:xfrm>
            <a:off x="384048" y="329184"/>
            <a:ext cx="3154800" cy="868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37" name="Google Shape;37;p8"/>
          <p:cNvSpPr txBox="1"/>
          <p:nvPr>
            <p:ph idx="1" type="body"/>
          </p:nvPr>
        </p:nvSpPr>
        <p:spPr>
          <a:xfrm>
            <a:off x="329184" y="1545336"/>
            <a:ext cx="3218700" cy="309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B">
  <p:cSld name="TITLE_AND_BODY_2_1_1_1">
    <p:spTree>
      <p:nvGrpSpPr>
        <p:cNvPr id="38" name="Shape 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Google Shape;39;p9"/>
          <p:cNvSpPr/>
          <p:nvPr>
            <p:ph idx="2" type="pic"/>
          </p:nvPr>
        </p:nvSpPr>
        <p:spPr>
          <a:xfrm>
            <a:off x="4517136" y="475488"/>
            <a:ext cx="4188000" cy="4188000"/>
          </a:xfrm>
          <a:prstGeom prst="roundRect">
            <a:avLst>
              <a:gd fmla="val 8475" name="adj"/>
            </a:avLst>
          </a:prstGeom>
          <a:noFill/>
          <a:ln>
            <a:noFill/>
          </a:ln>
        </p:spPr>
      </p:sp>
      <p:sp>
        <p:nvSpPr>
          <p:cNvPr id="40" name="Google Shape;40;p9"/>
          <p:cNvSpPr txBox="1"/>
          <p:nvPr>
            <p:ph type="title"/>
          </p:nvPr>
        </p:nvSpPr>
        <p:spPr>
          <a:xfrm>
            <a:off x="548650" y="576075"/>
            <a:ext cx="3556800" cy="868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41" name="Google Shape;41;p9"/>
          <p:cNvSpPr txBox="1"/>
          <p:nvPr>
            <p:ph idx="1" type="body"/>
          </p:nvPr>
        </p:nvSpPr>
        <p:spPr>
          <a:xfrm>
            <a:off x="438912" y="1655064"/>
            <a:ext cx="3666600" cy="2871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cxnSp>
        <p:nvCxnSpPr>
          <p:cNvPr id="42" name="Google Shape;42;p9"/>
          <p:cNvCxnSpPr/>
          <p:nvPr/>
        </p:nvCxnSpPr>
        <p:spPr>
          <a:xfrm>
            <a:off x="530352" y="402336"/>
            <a:ext cx="10599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43" name="Google Shape;43;p9"/>
          <p:cNvCxnSpPr/>
          <p:nvPr/>
        </p:nvCxnSpPr>
        <p:spPr>
          <a:xfrm>
            <a:off x="530352" y="4745736"/>
            <a:ext cx="10599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E">
  <p:cSld name="TITLE_AND_BODY_2_1_1_1_1_1_1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0"/>
          <p:cNvSpPr/>
          <p:nvPr>
            <p:ph idx="2" type="pic"/>
          </p:nvPr>
        </p:nvSpPr>
        <p:spPr>
          <a:xfrm>
            <a:off x="466195" y="587552"/>
            <a:ext cx="3968400" cy="3968400"/>
          </a:xfrm>
          <a:prstGeom prst="roundRect">
            <a:avLst>
              <a:gd fmla="val 9998" name="adj"/>
            </a:avLst>
          </a:prstGeom>
          <a:noFill/>
          <a:ln>
            <a:noFill/>
          </a:ln>
        </p:spPr>
      </p:sp>
      <p:sp>
        <p:nvSpPr>
          <p:cNvPr id="46" name="Google Shape;46;p10"/>
          <p:cNvSpPr txBox="1"/>
          <p:nvPr>
            <p:ph type="title"/>
          </p:nvPr>
        </p:nvSpPr>
        <p:spPr>
          <a:xfrm>
            <a:off x="4896292" y="280875"/>
            <a:ext cx="3925200" cy="10923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47" name="Google Shape;47;p10"/>
          <p:cNvSpPr txBox="1"/>
          <p:nvPr>
            <p:ph idx="1" type="body"/>
          </p:nvPr>
        </p:nvSpPr>
        <p:spPr>
          <a:xfrm>
            <a:off x="4773075" y="1820475"/>
            <a:ext cx="4079700" cy="2788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cxnSp>
        <p:nvCxnSpPr>
          <p:cNvPr id="48" name="Google Shape;48;p10"/>
          <p:cNvCxnSpPr/>
          <p:nvPr/>
        </p:nvCxnSpPr>
        <p:spPr>
          <a:xfrm>
            <a:off x="4894857" y="1615440"/>
            <a:ext cx="10599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Ovr>
    <a:masterClrMapping/>
  </p:clrMapOvr>
  <p:extLst>
    <p:ext uri="{DCECCB84-F9BA-43D5-87BE-67443E8EF086}">
      <p15:sldGuideLst>
        <p15:guide id="1" orient="horz" pos="1620">
          <p15:clr>
            <a:srgbClr val="E46962"/>
          </p15:clr>
        </p15:guide>
        <p15:guide id="2" pos="3083">
          <p15:clr>
            <a:srgbClr val="E46962"/>
          </p15:clr>
        </p15:guide>
      </p15:sldGuideLst>
    </p:ext>
  </p:extLst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4_1_A">
  <p:cSld name="CUSTOM_1_1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11"/>
          <p:cNvSpPr/>
          <p:nvPr>
            <p:ph idx="2" type="pic"/>
          </p:nvPr>
        </p:nvSpPr>
        <p:spPr>
          <a:xfrm>
            <a:off x="2990088" y="1436336"/>
            <a:ext cx="3173100" cy="3173100"/>
          </a:xfrm>
          <a:prstGeom prst="roundRect">
            <a:avLst>
              <a:gd fmla="val 50000" name="adj"/>
            </a:avLst>
          </a:prstGeom>
          <a:noFill/>
          <a:ln>
            <a:noFill/>
          </a:ln>
        </p:spPr>
      </p:sp>
      <p:sp>
        <p:nvSpPr>
          <p:cNvPr id="51" name="Google Shape;51;p11"/>
          <p:cNvSpPr txBox="1"/>
          <p:nvPr>
            <p:ph type="title"/>
          </p:nvPr>
        </p:nvSpPr>
        <p:spPr>
          <a:xfrm>
            <a:off x="228600" y="228600"/>
            <a:ext cx="8686800" cy="850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52" name="Google Shape;52;p11"/>
          <p:cNvSpPr txBox="1"/>
          <p:nvPr/>
        </p:nvSpPr>
        <p:spPr>
          <a:xfrm>
            <a:off x="210312" y="1171160"/>
            <a:ext cx="7773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zh-CN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01</a:t>
            </a:r>
            <a:endParaRPr b="0" i="0" sz="14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3" name="Google Shape;53;p11"/>
          <p:cNvSpPr txBox="1"/>
          <p:nvPr/>
        </p:nvSpPr>
        <p:spPr>
          <a:xfrm>
            <a:off x="210312" y="3274280"/>
            <a:ext cx="7773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zh-CN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02</a:t>
            </a:r>
            <a:endParaRPr b="0" i="0" sz="14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4" name="Google Shape;54;p11"/>
          <p:cNvSpPr txBox="1"/>
          <p:nvPr/>
        </p:nvSpPr>
        <p:spPr>
          <a:xfrm>
            <a:off x="6336792" y="1170432"/>
            <a:ext cx="7773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zh-CN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03</a:t>
            </a:r>
            <a:endParaRPr b="0" i="0" sz="14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5" name="Google Shape;55;p11"/>
          <p:cNvSpPr txBox="1"/>
          <p:nvPr>
            <p:ph idx="1" type="body"/>
          </p:nvPr>
        </p:nvSpPr>
        <p:spPr>
          <a:xfrm>
            <a:off x="1042416" y="1244312"/>
            <a:ext cx="1664100" cy="15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56" name="Google Shape;56;p11"/>
          <p:cNvSpPr txBox="1"/>
          <p:nvPr>
            <p:ph idx="3" type="body"/>
          </p:nvPr>
        </p:nvSpPr>
        <p:spPr>
          <a:xfrm>
            <a:off x="7178040" y="1243584"/>
            <a:ext cx="1664100" cy="15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57" name="Google Shape;57;p11"/>
          <p:cNvSpPr txBox="1"/>
          <p:nvPr>
            <p:ph idx="4" type="body"/>
          </p:nvPr>
        </p:nvSpPr>
        <p:spPr>
          <a:xfrm>
            <a:off x="7178040" y="3346704"/>
            <a:ext cx="1664100" cy="15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cxnSp>
        <p:nvCxnSpPr>
          <p:cNvPr id="58" name="Google Shape;58;p11"/>
          <p:cNvCxnSpPr/>
          <p:nvPr/>
        </p:nvCxnSpPr>
        <p:spPr>
          <a:xfrm>
            <a:off x="545049" y="1372270"/>
            <a:ext cx="4155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59" name="Google Shape;59;p11"/>
          <p:cNvCxnSpPr/>
          <p:nvPr/>
        </p:nvCxnSpPr>
        <p:spPr>
          <a:xfrm>
            <a:off x="545049" y="3474695"/>
            <a:ext cx="4155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60" name="Google Shape;60;p11"/>
          <p:cNvCxnSpPr/>
          <p:nvPr/>
        </p:nvCxnSpPr>
        <p:spPr>
          <a:xfrm>
            <a:off x="6677174" y="1371600"/>
            <a:ext cx="4155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61" name="Google Shape;61;p11"/>
          <p:cNvCxnSpPr/>
          <p:nvPr/>
        </p:nvCxnSpPr>
        <p:spPr>
          <a:xfrm>
            <a:off x="6677174" y="3474720"/>
            <a:ext cx="4155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62" name="Google Shape;62;p11"/>
          <p:cNvSpPr txBox="1"/>
          <p:nvPr/>
        </p:nvSpPr>
        <p:spPr>
          <a:xfrm>
            <a:off x="6336796" y="3273550"/>
            <a:ext cx="7773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zh-CN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04</a:t>
            </a:r>
            <a:endParaRPr b="0" i="0" sz="14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3" name="Google Shape;63;p11"/>
          <p:cNvSpPr txBox="1"/>
          <p:nvPr>
            <p:ph idx="5" type="body"/>
          </p:nvPr>
        </p:nvSpPr>
        <p:spPr>
          <a:xfrm>
            <a:off x="1042416" y="3347432"/>
            <a:ext cx="1664100" cy="15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1904">
          <p15:clr>
            <a:srgbClr val="E46962"/>
          </p15:clr>
        </p15:guide>
        <p15:guide id="2" pos="4718">
          <p15:clr>
            <a:srgbClr val="E46962"/>
          </p15:clr>
        </p15:guide>
      </p15:sldGuideLst>
    </p:ext>
  </p:extLst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4_1_B">
  <p:cSld name="CUSTOM_1_1_1">
    <p:spTree>
      <p:nvGrpSpPr>
        <p:cNvPr id="64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p12"/>
          <p:cNvSpPr/>
          <p:nvPr>
            <p:ph idx="2" type="pic"/>
          </p:nvPr>
        </p:nvSpPr>
        <p:spPr>
          <a:xfrm>
            <a:off x="228600" y="2587752"/>
            <a:ext cx="2222100" cy="2222100"/>
          </a:xfrm>
          <a:prstGeom prst="teardrop">
            <a:avLst>
              <a:gd fmla="val 100000" name="adj"/>
            </a:avLst>
          </a:prstGeom>
          <a:noFill/>
          <a:ln>
            <a:noFill/>
          </a:ln>
        </p:spPr>
      </p:sp>
      <p:sp>
        <p:nvSpPr>
          <p:cNvPr id="66" name="Google Shape;66;p12"/>
          <p:cNvSpPr txBox="1"/>
          <p:nvPr>
            <p:ph type="title"/>
          </p:nvPr>
        </p:nvSpPr>
        <p:spPr>
          <a:xfrm>
            <a:off x="301752" y="310896"/>
            <a:ext cx="2788800" cy="1965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67" name="Google Shape;67;p12"/>
          <p:cNvSpPr txBox="1"/>
          <p:nvPr/>
        </p:nvSpPr>
        <p:spPr>
          <a:xfrm>
            <a:off x="3209544" y="301752"/>
            <a:ext cx="5304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zh-CN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01</a:t>
            </a:r>
            <a:endParaRPr b="0" i="0" sz="14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8" name="Google Shape;68;p12"/>
          <p:cNvSpPr txBox="1"/>
          <p:nvPr/>
        </p:nvSpPr>
        <p:spPr>
          <a:xfrm>
            <a:off x="3209544" y="2020824"/>
            <a:ext cx="5304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zh-CN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02</a:t>
            </a:r>
            <a:endParaRPr b="0" i="0" sz="14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9" name="Google Shape;69;p12"/>
          <p:cNvSpPr txBox="1"/>
          <p:nvPr/>
        </p:nvSpPr>
        <p:spPr>
          <a:xfrm>
            <a:off x="6117336" y="301752"/>
            <a:ext cx="5304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zh-CN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03</a:t>
            </a:r>
            <a:endParaRPr b="0" i="0" sz="14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0" name="Google Shape;70;p12"/>
          <p:cNvSpPr txBox="1"/>
          <p:nvPr>
            <p:ph idx="1" type="body"/>
          </p:nvPr>
        </p:nvSpPr>
        <p:spPr>
          <a:xfrm>
            <a:off x="3739896" y="374900"/>
            <a:ext cx="2167200" cy="15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71" name="Google Shape;71;p12"/>
          <p:cNvSpPr txBox="1"/>
          <p:nvPr>
            <p:ph idx="3" type="body"/>
          </p:nvPr>
        </p:nvSpPr>
        <p:spPr>
          <a:xfrm>
            <a:off x="6665976" y="374904"/>
            <a:ext cx="2167200" cy="15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72" name="Google Shape;72;p12"/>
          <p:cNvSpPr txBox="1"/>
          <p:nvPr>
            <p:ph idx="4" type="body"/>
          </p:nvPr>
        </p:nvSpPr>
        <p:spPr>
          <a:xfrm>
            <a:off x="6665976" y="2093976"/>
            <a:ext cx="2167200" cy="15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73" name="Google Shape;73;p12"/>
          <p:cNvSpPr txBox="1"/>
          <p:nvPr/>
        </p:nvSpPr>
        <p:spPr>
          <a:xfrm>
            <a:off x="6117336" y="2020824"/>
            <a:ext cx="5304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zh-CN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04</a:t>
            </a:r>
            <a:endParaRPr b="0" i="0" sz="14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4" name="Google Shape;74;p12"/>
          <p:cNvSpPr txBox="1"/>
          <p:nvPr>
            <p:ph idx="5" type="body"/>
          </p:nvPr>
        </p:nvSpPr>
        <p:spPr>
          <a:xfrm>
            <a:off x="3739896" y="2093976"/>
            <a:ext cx="2167200" cy="15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0_B">
  <p:cSld name="TITLE_AND_BODY_1_1">
    <p:spTree>
      <p:nvGrpSpPr>
        <p:cNvPr id="75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Google Shape;76;p13"/>
          <p:cNvSpPr txBox="1"/>
          <p:nvPr>
            <p:ph idx="1" type="body"/>
          </p:nvPr>
        </p:nvSpPr>
        <p:spPr>
          <a:xfrm>
            <a:off x="384048" y="1948992"/>
            <a:ext cx="5266800" cy="289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77" name="Google Shape;77;p13"/>
          <p:cNvSpPr txBox="1"/>
          <p:nvPr>
            <p:ph type="title"/>
          </p:nvPr>
        </p:nvSpPr>
        <p:spPr>
          <a:xfrm>
            <a:off x="384048" y="384048"/>
            <a:ext cx="5266800" cy="850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78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14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80" name="Google Shape;80;p14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81" name="Google Shape;81;p1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82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p15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84" name="Google Shape;84;p1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85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p1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87" name="Google Shape;87;p16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88" name="Google Shape;88;p1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89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1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91" name="Google Shape;91;p17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92" name="Google Shape;92;p17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93" name="Google Shape;93;p1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94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p18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96" name="Google Shape;96;p1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97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p19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99" name="Google Shape;99;p19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100" name="Google Shape;100;p1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10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p20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103" name="Google Shape;103;p2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104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p21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6" name="Google Shape;106;p21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107" name="Google Shape;107;p21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108" name="Google Shape;108;p21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09" name="Google Shape;109;p2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110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p22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112" name="Google Shape;112;p2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113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p23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115" name="Google Shape;115;p23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16" name="Google Shape;116;p2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17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Google Shape;118;p2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slideLayout" Target="../slideLayouts/slideLayout13.xml"/><Relationship Id="rId14" Type="http://schemas.openxmlformats.org/officeDocument/2006/relationships/slideLayout" Target="../slideLayouts/slideLayout14.xml"/><Relationship Id="rId15" Type="http://schemas.openxmlformats.org/officeDocument/2006/relationships/slideLayout" Target="../slideLayouts/slideLayout15.xml"/><Relationship Id="rId16" Type="http://schemas.openxmlformats.org/officeDocument/2006/relationships/slideLayout" Target="../slideLayouts/slideLayout16.xml"/><Relationship Id="rId17" Type="http://schemas.openxmlformats.org/officeDocument/2006/relationships/slideLayout" Target="../slideLayouts/slideLayout17.xml"/><Relationship Id="rId18" Type="http://schemas.openxmlformats.org/officeDocument/2006/relationships/slideLayout" Target="../slideLayouts/slideLayout18.xml"/><Relationship Id="rId19" Type="http://schemas.openxmlformats.org/officeDocument/2006/relationships/slideLayout" Target="../slideLayouts/slideLayout19.xml"/><Relationship Id="rId20" Type="http://schemas.openxmlformats.org/officeDocument/2006/relationships/slideLayout" Target="../slideLayouts/slideLayout20.xml"/><Relationship Id="rId21" Type="http://schemas.openxmlformats.org/officeDocument/2006/relationships/slideLayout" Target="../slideLayouts/slideLayout21.xml"/><Relationship Id="rId22" Type="http://schemas.openxmlformats.org/officeDocument/2006/relationships/slideLayout" Target="../slideLayouts/slideLayout22.xml"/><Relationship Id="rId23" Type="http://schemas.openxmlformats.org/officeDocument/2006/relationships/slideLayout" Target="../slideLayouts/slideLayout23.xml"/><Relationship Id="rId2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Arial"/>
              <a:buChar char="●"/>
              <a:defRPr b="0" i="0" sz="1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17500" lvl="1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17500" lvl="2" marL="1371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17500" lvl="3" marL="1828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17500" lvl="4" marL="22860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17500" lvl="5" marL="2743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17500" lvl="6" marL="3200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17500" lvl="7" marL="3657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17500" lvl="8" marL="4114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  <p:sldLayoutId id="2147483661" r:id="rId14"/>
    <p:sldLayoutId id="2147483662" r:id="rId15"/>
    <p:sldLayoutId id="2147483663" r:id="rId16"/>
    <p:sldLayoutId id="2147483664" r:id="rId17"/>
    <p:sldLayoutId id="2147483665" r:id="rId18"/>
    <p:sldLayoutId id="2147483666" r:id="rId19"/>
    <p:sldLayoutId id="2147483667" r:id="rId20"/>
    <p:sldLayoutId id="2147483668" r:id="rId21"/>
    <p:sldLayoutId id="2147483669" r:id="rId22"/>
    <p:sldLayoutId id="2147483670" r:id="rId23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6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62.xml"/><Relationship Id="rId3" Type="http://schemas.openxmlformats.org/officeDocument/2006/relationships/image" Target="../media/image49.jpg"/></Relationships>
</file>

<file path=ppt/slides/slide6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52" name="Shape 5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3" name="Google Shape;553;p86"/>
          <p:cNvSpPr txBox="1"/>
          <p:nvPr>
            <p:ph type="title"/>
          </p:nvPr>
        </p:nvSpPr>
        <p:spPr>
          <a:xfrm>
            <a:off x="548650" y="576075"/>
            <a:ext cx="3556800" cy="868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zh-CN"/>
              <a:t>Nanotechnology Advancements</a:t>
            </a:r>
            <a:endParaRPr/>
          </a:p>
        </p:txBody>
      </p:sp>
      <p:sp>
        <p:nvSpPr>
          <p:cNvPr id="554" name="Google Shape;554;p86"/>
          <p:cNvSpPr txBox="1"/>
          <p:nvPr>
            <p:ph idx="1" type="body"/>
          </p:nvPr>
        </p:nvSpPr>
        <p:spPr>
          <a:xfrm>
            <a:off x="438882" y="1655034"/>
            <a:ext cx="3666600" cy="2871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 fontScale="77500" lnSpcReduction="20000"/>
          </a:bodyPr>
          <a:lstStyle/>
          <a:p>
            <a:pPr indent="-317182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zh-CN"/>
              <a:t>Nanotechnology is the manipulation of matter on an atomic and molecular scale.</a:t>
            </a:r>
            <a:endParaRPr/>
          </a:p>
          <a:p>
            <a:pPr indent="-317182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zh-CN"/>
              <a:t>Potential to revolutionize industries like medicine, electronics, and energy.</a:t>
            </a:r>
            <a:endParaRPr/>
          </a:p>
          <a:p>
            <a:pPr indent="-317182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zh-CN"/>
              <a:t>Nanomedicine: Targeted drug delivery, diagnostics, and regenerative medicine.</a:t>
            </a:r>
            <a:endParaRPr/>
          </a:p>
          <a:p>
            <a:pPr indent="-317182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zh-CN"/>
              <a:t>Nanoelectronics: Smaller, faster, and more efficient electronic devices.</a:t>
            </a:r>
            <a:endParaRPr/>
          </a:p>
          <a:p>
            <a:pPr indent="-317182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zh-CN"/>
              <a:t>Energy: Improved solar cells, batteries, and energy storage.</a:t>
            </a:r>
            <a:endParaRPr/>
          </a:p>
          <a:p>
            <a:pPr indent="-317182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zh-CN"/>
              <a:t>Challenges: Potential environmental and health risks, ethical concerns.</a:t>
            </a:r>
            <a:endParaRPr/>
          </a:p>
        </p:txBody>
      </p:sp>
      <p:pic>
        <p:nvPicPr>
          <p:cNvPr id="555" name="Google Shape;555;p86"/>
          <p:cNvPicPr preferRelativeResize="0"/>
          <p:nvPr>
            <p:ph idx="2" type="pic"/>
          </p:nvPr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517136" y="475488"/>
            <a:ext cx="4188000" cy="4188000"/>
          </a:xfrm>
          <a:prstGeom prst="roundRect">
            <a:avLst>
              <a:gd fmla="val 8475" name="adj"/>
            </a:avLst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