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0" r:id="rId1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0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p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97.jpg"/></Relationships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Camouflage</a:t>
            </a:r>
            <a:endParaRPr/>
          </a:p>
        </p:txBody>
      </p:sp>
      <p:sp>
        <p:nvSpPr>
          <p:cNvPr id="921" name="Google Shape;921;p13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Camouflage: Allows animals to blend in with their surroundings.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Used for both predation and protection.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Methods: Color matching, disruptive coloration, self-decoration.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Examples: Chameleons change colors, tigers have stripes to blend in with tall grass, octopi use ink to obscure themselves</a:t>
            </a:r>
            <a:endParaRPr/>
          </a:p>
        </p:txBody>
      </p:sp>
      <p:pic>
        <p:nvPicPr>
          <p:cNvPr id="922" name="Google Shape;922;p1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