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5" r:id="rId18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5" Type="http://schemas.openxmlformats.org/officeDocument/2006/relationships/slide" Target="slides/slide1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31bfb8c82e_1_46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0.xml"/></Relationships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20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Capsaicin in spicy food triggers TRPV1 receptors.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TRPV1 receptors are also triggered by heat.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brain interprets both signals as "hot".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is why spicy food can cause sweating and similar reactions to heat.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more capsaicin, the "hotter" the food feels.</a:t>
            </a:r>
            <a:endParaRPr/>
          </a:p>
        </p:txBody>
      </p:sp>
      <p:sp>
        <p:nvSpPr>
          <p:cNvPr id="1195" name="Google Shape;1195;p20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Science Behind the Burn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