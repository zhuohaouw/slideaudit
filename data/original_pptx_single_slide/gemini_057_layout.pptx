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2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p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jpg"/></Relationships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Parallel Universes: Fact or Fiction?</a:t>
            </a:r>
            <a:endParaRPr/>
          </a:p>
        </p:txBody>
      </p:sp>
      <p:sp>
        <p:nvSpPr>
          <p:cNvPr id="519" name="Google Shape;519;p81"/>
          <p:cNvSpPr txBox="1"/>
          <p:nvPr>
            <p:ph idx="1" type="body"/>
          </p:nvPr>
        </p:nvSpPr>
        <p:spPr>
          <a:xfrm>
            <a:off x="3717220" y="1651469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Parallel universes: theoretical existence of other universes alongside our 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Scientific basis: rooted in quantum mechanics and cosmology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Many-worlds interpretation: every quantum event creates new universes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Fictional exploration: popular theme in books, movies, and TV shows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Raises philosophical questions about reality and identity</a:t>
            </a:r>
            <a:endParaRPr/>
          </a:p>
        </p:txBody>
      </p:sp>
      <p:pic>
        <p:nvPicPr>
          <p:cNvPr id="520" name="Google Shape;520;p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