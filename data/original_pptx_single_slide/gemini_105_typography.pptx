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0" r:id="rId1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0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0" name="Google Shape;850;p1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6.jpg"/></Relationships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2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Future of Cities 🏙️</a:t>
            </a:r>
            <a:endParaRPr/>
          </a:p>
        </p:txBody>
      </p:sp>
      <p:sp>
        <p:nvSpPr>
          <p:cNvPr id="853" name="Google Shape;853;p12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>
                <a:latin typeface="Arial"/>
                <a:ea typeface="Arial"/>
                <a:cs typeface="Arial"/>
                <a:sym typeface="Arial"/>
              </a:rPr>
              <a:t>Smart Cities: Tech-driven efficiency and sustainability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Arial"/>
                <a:ea typeface="Arial"/>
                <a:cs typeface="Arial"/>
                <a:sym typeface="Arial"/>
              </a:rPr>
              <a:t>Urban Greening: Parks and vertical gardens for improved well-being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Arial"/>
                <a:ea typeface="Arial"/>
                <a:cs typeface="Arial"/>
                <a:sym typeface="Arial"/>
              </a:rPr>
              <a:t>Sustainable Transport: Reduced emissions with electric and shared vehicles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Arial"/>
                <a:ea typeface="Arial"/>
                <a:cs typeface="Arial"/>
                <a:sym typeface="Arial"/>
              </a:rPr>
              <a:t>Resilient Infrastructure: Built to withstand climate change and disasters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>
                <a:latin typeface="Verdana"/>
                <a:ea typeface="Verdana"/>
                <a:cs typeface="Verdana"/>
                <a:sym typeface="Verdana"/>
              </a:rPr>
              <a:t>Inclusive Development: Affordable housing and equitable access to resources</a:t>
            </a:r>
            <a:endParaRPr/>
          </a:p>
        </p:txBody>
      </p:sp>
      <p:pic>
        <p:nvPicPr>
          <p:cNvPr id="854" name="Google Shape;854;p1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