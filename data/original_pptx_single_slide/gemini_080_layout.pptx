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5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5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6" name="Google Shape;676;p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4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Dream Psychology 101</a:t>
            </a:r>
            <a:endParaRPr/>
          </a:p>
        </p:txBody>
      </p:sp>
      <p:sp>
        <p:nvSpPr>
          <p:cNvPr id="679" name="Google Shape;679;p10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Dreams are a window into the unconscious mind.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Common dream symbols include: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Falling: Fear of failure or loss of control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Flying: Freedom or escape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Water: Subconscious or emotions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Being Chased: Anxiety or avoidance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Death: Transformation or rebirth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