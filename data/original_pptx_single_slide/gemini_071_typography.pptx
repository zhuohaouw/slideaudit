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7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6" r:id="rId7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6" Type="http://schemas.openxmlformats.org/officeDocument/2006/relationships/slide" Target="slides/slide7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7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4" name="Google Shape;614;p7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5.jpg"/></Relationships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95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Unusual Phobias</a:t>
            </a:r>
            <a:endParaRPr/>
          </a:p>
        </p:txBody>
      </p:sp>
      <p:sp>
        <p:nvSpPr>
          <p:cNvPr id="617" name="Google Shape;617;p95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solidFill>
                  <a:srgbClr val="1DBBB5"/>
                </a:solidFill>
              </a:rPr>
              <a:t>Ablutophobia: Fear of bathing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solidFill>
                  <a:srgbClr val="F6502D"/>
                </a:solidFill>
              </a:rPr>
              <a:t>Coulrophobia: Fear of clowns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solidFill>
                  <a:srgbClr val="6F83B7"/>
                </a:solidFill>
              </a:rPr>
              <a:t>Hexakosioihexekontaphobia: Fear of the number 666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solidFill>
                  <a:srgbClr val="8386F0"/>
                </a:solidFill>
              </a:rPr>
              <a:t>Omphalophobia: Fear of belly buttons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solidFill>
                  <a:srgbClr val="C7C729"/>
                </a:solidFill>
              </a:rPr>
              <a:t>Turophobia: Fear of cheese</a:t>
            </a:r>
            <a:endParaRPr/>
          </a:p>
        </p:txBody>
      </p:sp>
      <p:pic>
        <p:nvPicPr>
          <p:cNvPr id="618" name="Google Shape;618;p9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