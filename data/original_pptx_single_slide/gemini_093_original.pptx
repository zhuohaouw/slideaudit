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9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9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48" r:id="rId9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98" Type="http://schemas.openxmlformats.org/officeDocument/2006/relationships/slide" Target="slides/slide9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31bfb8c82e_1_245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87.jpg"/></Relationships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117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Secret Codes &amp; Spycraft</a:t>
            </a:r>
            <a:endParaRPr/>
          </a:p>
        </p:txBody>
      </p:sp>
      <p:sp>
        <p:nvSpPr>
          <p:cNvPr id="676" name="Google Shape;676;p117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775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Steganography: Concealing messages within ordinary objects.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Invisible ink: Used for secret correspondence.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Codebooks: Contained ciphers for encoding and decoding messages.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Ciphers:  Algorithms for encrypting and decrypting information.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Dead drops: Secret locations for exchanging items or information.</a:t>
            </a:r>
            <a:endParaRPr/>
          </a:p>
        </p:txBody>
      </p:sp>
      <p:pic>
        <p:nvPicPr>
          <p:cNvPr id="677" name="Google Shape;677;p117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6000" y="0"/>
            <a:ext cx="5148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